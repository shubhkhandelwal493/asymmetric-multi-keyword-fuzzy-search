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12192000" cy="51507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48575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148313"/>
            <a:ext cx="91440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402388"/>
            <a:ext cx="6667017" cy="1230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2"/>
          <p:cNvCxnSpPr/>
          <p:nvPr/>
        </p:nvCxnSpPr>
        <p:spPr>
          <a:xfrm>
            <a:off x="6736460" y="5335929"/>
            <a:ext cx="0" cy="1354200"/>
          </a:xfrm>
          <a:prstGeom prst="straightConnector1">
            <a:avLst/>
          </a:prstGeom>
          <a:noFill/>
          <a:ln cap="flat" cmpd="sng" w="9525">
            <a:solidFill>
              <a:srgbClr val="214B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2"/>
          <p:cNvSpPr txBox="1"/>
          <p:nvPr>
            <p:ph idx="2" type="body"/>
          </p:nvPr>
        </p:nvSpPr>
        <p:spPr>
          <a:xfrm>
            <a:off x="7048981" y="533558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59399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473716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72200" y="1634250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5558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379773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5558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379773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 rot="5400000">
            <a:off x="3911550" y="-1562243"/>
            <a:ext cx="43689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 rot="5400000">
            <a:off x="7133400" y="1783000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 rot="5400000">
            <a:off x="1799400" y="-769700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10370916" y="6311899"/>
            <a:ext cx="1523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0" y="0"/>
            <a:ext cx="12192000" cy="5150734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>
            <p:ph type="ctrTitle"/>
          </p:nvPr>
        </p:nvSpPr>
        <p:spPr>
          <a:xfrm>
            <a:off x="1524000" y="48575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ookman Old Style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subTitle"/>
          </p:nvPr>
        </p:nvSpPr>
        <p:spPr>
          <a:xfrm>
            <a:off x="1524000" y="3148313"/>
            <a:ext cx="9144000" cy="1472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AEA"/>
              </a:buClr>
              <a:buSzPts val="2800"/>
              <a:buNone/>
              <a:defRPr sz="2800">
                <a:solidFill>
                  <a:srgbClr val="EDEAEA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5402388"/>
            <a:ext cx="6667016" cy="12305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6"/>
          <p:cNvCxnSpPr/>
          <p:nvPr/>
        </p:nvCxnSpPr>
        <p:spPr>
          <a:xfrm>
            <a:off x="6736460" y="5335929"/>
            <a:ext cx="0" cy="1354238"/>
          </a:xfrm>
          <a:prstGeom prst="straightConnector1">
            <a:avLst/>
          </a:prstGeom>
          <a:noFill/>
          <a:ln cap="flat" cmpd="sng" w="9525">
            <a:solidFill>
              <a:srgbClr val="214B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7048981" y="5335588"/>
            <a:ext cx="4862031" cy="1354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831850" y="1593991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6000"/>
              <a:buFont typeface="Bookman Old Style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831850" y="4473716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838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2" type="body"/>
          </p:nvPr>
        </p:nvSpPr>
        <p:spPr>
          <a:xfrm>
            <a:off x="6172200" y="1634250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839788" y="365124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839788" y="15558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839788" y="2379773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6172200" y="15558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6172200" y="2379773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200"/>
              <a:buFont typeface="Bookman Old Styl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 rot="5400000">
            <a:off x="3911584" y="-1562277"/>
            <a:ext cx="4368832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7133431" y="1782969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799431" y="-769731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hyperlink" Target="http://www.iiitdm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hyperlink" Target="http://www.iiitdm.ac.in/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108732"/>
            <a:ext cx="12192000" cy="749400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6"/>
            <a:ext cx="105156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b="0" i="0" sz="3600" u="none" cap="none" strike="noStrik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0393047" y="6311899"/>
            <a:ext cx="1500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747" y="6184361"/>
            <a:ext cx="3239999" cy="598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1"/>
          <p:cNvCxnSpPr/>
          <p:nvPr/>
        </p:nvCxnSpPr>
        <p:spPr>
          <a:xfrm>
            <a:off x="3472405" y="6227180"/>
            <a:ext cx="0" cy="543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0" y="6108732"/>
            <a:ext cx="12192000" cy="749268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/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4B8C"/>
              </a:buClr>
              <a:buSzPts val="3600"/>
              <a:buFont typeface="Bookman Old Style"/>
              <a:buNone/>
              <a:defRPr b="0" i="0" sz="3600" u="none" cap="none" strike="noStrike">
                <a:solidFill>
                  <a:srgbClr val="214B8C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1" name="Google Shape;71;p13">
            <a:hlinkClick r:id="rId1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747" y="6184361"/>
            <a:ext cx="3239999" cy="5980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3"/>
          <p:cNvCxnSpPr/>
          <p:nvPr/>
        </p:nvCxnSpPr>
        <p:spPr>
          <a:xfrm>
            <a:off x="3472405" y="6227180"/>
            <a:ext cx="0" cy="54401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ctrTitle"/>
          </p:nvPr>
        </p:nvSpPr>
        <p:spPr>
          <a:xfrm>
            <a:off x="1524000" y="485754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Bookman Old Style"/>
              <a:buNone/>
            </a:pPr>
            <a:r>
              <a:rPr lang="en-IN" sz="5400"/>
              <a:t>&lt;Title of Your Project&gt;</a:t>
            </a:r>
            <a:endParaRPr/>
          </a:p>
        </p:txBody>
      </p:sp>
      <p:sp>
        <p:nvSpPr>
          <p:cNvPr id="128" name="Google Shape;128;p25"/>
          <p:cNvSpPr txBox="1"/>
          <p:nvPr>
            <p:ph idx="2" type="body"/>
          </p:nvPr>
        </p:nvSpPr>
        <p:spPr>
          <a:xfrm>
            <a:off x="209642" y="3267113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800">
                <a:solidFill>
                  <a:schemeClr val="lt1"/>
                </a:solidFill>
              </a:rPr>
              <a:t>&lt;Name&gt;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2800">
                <a:solidFill>
                  <a:schemeClr val="lt1"/>
                </a:solidFill>
              </a:rPr>
              <a:t>&lt;Roll No&gt;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29" name="Google Shape;129;p25"/>
          <p:cNvSpPr txBox="1"/>
          <p:nvPr/>
        </p:nvSpPr>
        <p:spPr>
          <a:xfrm>
            <a:off x="5559201" y="3267125"/>
            <a:ext cx="56538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&lt;External Guide Name (If Any)&gt;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&lt;Company Name&gt; &lt;Location&gt;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896580" y="5322958"/>
            <a:ext cx="4862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&lt;(Internal) Guide Name&gt;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Dept. of CSE, IIITDM Kancheepuram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Table of Contents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Introduction 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Problem Definition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Literature Survey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Contribution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Progress/ Work done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Results/ Analysis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Prototype/ Products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Conclusion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Future Work</a:t>
            </a:r>
            <a:endParaRPr/>
          </a:p>
          <a:p>
            <a:pPr indent="-228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Weekly Review Report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Attach Picture of Weekly review report</a:t>
            </a:r>
            <a:endParaRPr sz="2400"/>
          </a:p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&lt;Optional Slide&gt; &lt;Remove If not Applicable&gt;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Attach Picture of approval letter from Internal Guide if you are doing final project under the guidance of some external faculty/industry personal. </a:t>
            </a:r>
            <a:endParaRPr sz="2400"/>
          </a:p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Introduction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Minimum Font Size is 20. 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Figures (if any) must be clearly visible. 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Maximum allowed slides are 15 including Title Slide and Thank You Slide. </a:t>
            </a:r>
            <a:endParaRPr sz="2400"/>
          </a:p>
        </p:txBody>
      </p:sp>
      <p:sp>
        <p:nvSpPr>
          <p:cNvPr id="162" name="Google Shape;162;p29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Problem Definition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What is the problem that you solved/solving in your final project? 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What is the relevance of the problem?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Literature Survey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Mention Data Gathering methods (if any)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</p:txBody>
      </p:sp>
      <p:sp>
        <p:nvSpPr>
          <p:cNvPr id="178" name="Google Shape;178;p31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Contributions/ Work Done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List out your contributions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</p:txBody>
      </p:sp>
      <p:sp>
        <p:nvSpPr>
          <p:cNvPr id="186" name="Google Shape;186;p32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Analysis/ Results</a:t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Any results of your work done 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Put screenshots of your results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</p:txBody>
      </p:sp>
      <p:sp>
        <p:nvSpPr>
          <p:cNvPr id="194" name="Google Shape;194;p33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Prototype / Products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If you have designed any prototype / developed any product mention here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Conclusion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Mention concluding remarks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Future plans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Future Work</a:t>
            </a:r>
            <a:endParaRPr/>
          </a:p>
        </p:txBody>
      </p:sp>
      <p:sp>
        <p:nvSpPr>
          <p:cNvPr id="217" name="Google Shape;217;p36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Mention what is your Plan for Next Two Months of the Project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 sz="2400"/>
              <a:t>~</a:t>
            </a:r>
            <a:endParaRPr sz="2400"/>
          </a:p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838200" y="365126"/>
            <a:ext cx="105156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References</a:t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838200" y="1511107"/>
            <a:ext cx="10515600" cy="43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 sz="2400"/>
              <a:t>Yu, H., Powell, N., Stembridge, D., and Yuan, X. Cloud computing and security challenges. In Proc. 50th Annual Southeast Regional Conference (2012), ACM, pp. 298–302.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IN" sz="2400"/>
              <a:t>~</a:t>
            </a:r>
            <a:endParaRPr sz="2400"/>
          </a:p>
        </p:txBody>
      </p:sp>
      <p:sp>
        <p:nvSpPr>
          <p:cNvPr id="226" name="Google Shape;226;p37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idx="12" type="sldNum"/>
          </p:nvPr>
        </p:nvSpPr>
        <p:spPr>
          <a:xfrm>
            <a:off x="10370916" y="6311899"/>
            <a:ext cx="1523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3" name="Google Shape;233;p38"/>
          <p:cNvSpPr txBox="1"/>
          <p:nvPr>
            <p:ph type="title"/>
          </p:nvPr>
        </p:nvSpPr>
        <p:spPr>
          <a:xfrm>
            <a:off x="270929" y="2213979"/>
            <a:ext cx="11834648" cy="23017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Thank You</a:t>
            </a:r>
            <a:br>
              <a:rPr lang="en-IN"/>
            </a:br>
            <a:br>
              <a:rPr lang="en-IN"/>
            </a:br>
            <a:r>
              <a:rPr lang="en-I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IITDM P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IITDM P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