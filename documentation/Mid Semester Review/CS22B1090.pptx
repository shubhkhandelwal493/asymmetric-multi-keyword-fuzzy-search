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63"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54A6D03F-269C-4D8D-92CF-693AB30EF6AF}">
  <a:tblStyle styleId="{54A6D03F-269C-4D8D-92CF-693AB30EF6AF}"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IN"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p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4" name="Google Shape;84;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1" name="Google Shape;91;p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2" name="Google Shape;92;p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IN"/>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9" name="Google Shape;99;p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0" name="Google Shape;100;p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IN"/>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8" name="Google Shape;108;p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9" name="Google Shape;109;p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IN"/>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6" name="Google Shape;116;p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7" name="Google Shape;117;p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IN"/>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3c4ce1b932b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24" name="Google Shape;124;g3c4ce1b932b_0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5" name="Google Shape;125;g3c4ce1b932b_0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2" name="Google Shape;132;p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3" name="Google Shape;133;p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IN"/>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g3cc1ffb588a_0_25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3" name="Google Shape;143;g3cc1ffb588a_0_25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4" name="Google Shape;144;g3cc1ffb588a_0_25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IN"/>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1" name="Google Shape;151;p1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2" name="Google Shape;152;p1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IN"/>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9" name="Google Shape;159;p1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0" name="Google Shape;160;p1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IN"/>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7" name="Google Shape;167;p1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8" name="Google Shape;168;p1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IN"/>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5" name="Google Shape;175;p1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6" name="Google Shape;176;p1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IN"/>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p:cSld name="Title Slide">
    <p:spTree>
      <p:nvGrpSpPr>
        <p:cNvPr id="16" name="Shape 16"/>
        <p:cNvGrpSpPr/>
        <p:nvPr/>
      </p:nvGrpSpPr>
      <p:grpSpPr>
        <a:xfrm>
          <a:off x="0" y="0"/>
          <a:ext cx="0" cy="0"/>
          <a:chOff x="0" y="0"/>
          <a:chExt cx="0" cy="0"/>
        </a:xfrm>
      </p:grpSpPr>
      <p:sp>
        <p:nvSpPr>
          <p:cNvPr id="17" name="Google Shape;17;p2"/>
          <p:cNvSpPr/>
          <p:nvPr/>
        </p:nvSpPr>
        <p:spPr>
          <a:xfrm>
            <a:off x="0" y="0"/>
            <a:ext cx="12192000" cy="5150700"/>
          </a:xfrm>
          <a:prstGeom prst="rect">
            <a:avLst/>
          </a:prstGeom>
          <a:solidFill>
            <a:srgbClr val="214B8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8" name="Google Shape;18;p2"/>
          <p:cNvSpPr txBox="1"/>
          <p:nvPr>
            <p:ph type="ctrTitle"/>
          </p:nvPr>
        </p:nvSpPr>
        <p:spPr>
          <a:xfrm>
            <a:off x="1524000" y="485754"/>
            <a:ext cx="9144000" cy="2387700"/>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0"/>
              </a:spcBef>
              <a:spcAft>
                <a:spcPts val="0"/>
              </a:spcAft>
              <a:buClr>
                <a:schemeClr val="lt1"/>
              </a:buClr>
              <a:buSzPts val="6000"/>
              <a:buFont typeface="Bookman Old Style"/>
              <a:buNone/>
              <a:defRPr sz="60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2"/>
          <p:cNvSpPr txBox="1"/>
          <p:nvPr>
            <p:ph idx="1" type="subTitle"/>
          </p:nvPr>
        </p:nvSpPr>
        <p:spPr>
          <a:xfrm>
            <a:off x="1524000" y="3148313"/>
            <a:ext cx="9144000" cy="1473000"/>
          </a:xfrm>
          <a:prstGeom prst="rect">
            <a:avLst/>
          </a:prstGeom>
          <a:noFill/>
          <a:ln>
            <a:noFill/>
          </a:ln>
        </p:spPr>
        <p:txBody>
          <a:bodyPr anchorCtr="0" anchor="t" bIns="45700" lIns="91425" spcFirstLastPara="1" rIns="91425" wrap="square" tIns="45700">
            <a:noAutofit/>
          </a:bodyPr>
          <a:lstStyle>
            <a:lvl1pPr lvl="0" algn="ctr">
              <a:lnSpc>
                <a:spcPct val="90000"/>
              </a:lnSpc>
              <a:spcBef>
                <a:spcPts val="1000"/>
              </a:spcBef>
              <a:spcAft>
                <a:spcPts val="0"/>
              </a:spcAft>
              <a:buClr>
                <a:srgbClr val="EDEAEA"/>
              </a:buClr>
              <a:buSzPts val="2800"/>
              <a:buNone/>
              <a:defRPr sz="2800">
                <a:solidFill>
                  <a:srgbClr val="EDEAEA"/>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pic>
        <p:nvPicPr>
          <p:cNvPr id="20" name="Google Shape;20;p2"/>
          <p:cNvPicPr preferRelativeResize="0"/>
          <p:nvPr/>
        </p:nvPicPr>
        <p:blipFill rotWithShape="1">
          <a:blip r:embed="rId2">
            <a:alphaModFix/>
          </a:blip>
          <a:srcRect b="0" l="0" r="0" t="0"/>
          <a:stretch/>
        </p:blipFill>
        <p:spPr>
          <a:xfrm>
            <a:off x="1" y="5402388"/>
            <a:ext cx="6667017" cy="1230538"/>
          </a:xfrm>
          <a:prstGeom prst="rect">
            <a:avLst/>
          </a:prstGeom>
          <a:noFill/>
          <a:ln>
            <a:noFill/>
          </a:ln>
        </p:spPr>
      </p:pic>
      <p:cxnSp>
        <p:nvCxnSpPr>
          <p:cNvPr id="21" name="Google Shape;21;p2"/>
          <p:cNvCxnSpPr/>
          <p:nvPr/>
        </p:nvCxnSpPr>
        <p:spPr>
          <a:xfrm>
            <a:off x="6736460" y="5335929"/>
            <a:ext cx="0" cy="1354200"/>
          </a:xfrm>
          <a:prstGeom prst="straightConnector1">
            <a:avLst/>
          </a:prstGeom>
          <a:noFill/>
          <a:ln cap="flat" cmpd="sng" w="9525">
            <a:solidFill>
              <a:srgbClr val="214B8C"/>
            </a:solidFill>
            <a:prstDash val="solid"/>
            <a:miter lim="800000"/>
            <a:headEnd len="sm" w="sm" type="none"/>
            <a:tailEnd len="sm" w="sm" type="none"/>
          </a:ln>
        </p:spPr>
      </p:cxnSp>
      <p:sp>
        <p:nvSpPr>
          <p:cNvPr id="22" name="Google Shape;22;p2"/>
          <p:cNvSpPr txBox="1"/>
          <p:nvPr>
            <p:ph idx="2" type="body"/>
          </p:nvPr>
        </p:nvSpPr>
        <p:spPr>
          <a:xfrm>
            <a:off x="7048981" y="5335588"/>
            <a:ext cx="4862100" cy="1354200"/>
          </a:xfrm>
          <a:prstGeom prst="rect">
            <a:avLst/>
          </a:prstGeom>
          <a:noFill/>
          <a:ln>
            <a:noFill/>
          </a:ln>
        </p:spPr>
        <p:txBody>
          <a:bodyPr anchorCtr="0" anchor="ctr" bIns="45700" lIns="91425" spcFirstLastPara="1" rIns="91425" wrap="square" tIns="45700">
            <a:noAutofit/>
          </a:bodyPr>
          <a:lstStyle>
            <a:lvl1pPr indent="-342900" lvl="0" marL="457200" algn="l">
              <a:lnSpc>
                <a:spcPct val="90000"/>
              </a:lnSpc>
              <a:spcBef>
                <a:spcPts val="1000"/>
              </a:spcBef>
              <a:spcAft>
                <a:spcPts val="0"/>
              </a:spcAft>
              <a:buClr>
                <a:schemeClr val="dk1"/>
              </a:buClr>
              <a:buSzPts val="1800"/>
              <a:buChar char="•"/>
              <a:defRPr sz="1800"/>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3" name="Shape 23"/>
        <p:cNvGrpSpPr/>
        <p:nvPr/>
      </p:nvGrpSpPr>
      <p:grpSpPr>
        <a:xfrm>
          <a:off x="0" y="0"/>
          <a:ext cx="0" cy="0"/>
          <a:chOff x="0" y="0"/>
          <a:chExt cx="0" cy="0"/>
        </a:xfrm>
      </p:grpSpPr>
      <p:sp>
        <p:nvSpPr>
          <p:cNvPr id="24" name="Google Shape;24;p3"/>
          <p:cNvSpPr txBox="1"/>
          <p:nvPr>
            <p:ph type="title"/>
          </p:nvPr>
        </p:nvSpPr>
        <p:spPr>
          <a:xfrm>
            <a:off x="838200" y="365126"/>
            <a:ext cx="10515600" cy="943200"/>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rgbClr val="214B8C"/>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3"/>
          <p:cNvSpPr txBox="1"/>
          <p:nvPr>
            <p:ph idx="1" type="body"/>
          </p:nvPr>
        </p:nvSpPr>
        <p:spPr>
          <a:xfrm>
            <a:off x="838200" y="1511107"/>
            <a:ext cx="10515600" cy="4368900"/>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 name="Google Shape;26;p3"/>
          <p:cNvSpPr txBox="1"/>
          <p:nvPr>
            <p:ph idx="12" type="sldNum"/>
          </p:nvPr>
        </p:nvSpPr>
        <p:spPr>
          <a:xfrm>
            <a:off x="10370916" y="6311899"/>
            <a:ext cx="1523100" cy="365100"/>
          </a:xfrm>
          <a:prstGeom prst="rect">
            <a:avLst/>
          </a:prstGeom>
          <a:noFill/>
          <a:ln>
            <a:noFill/>
          </a:ln>
        </p:spPr>
        <p:txBody>
          <a:bodyPr anchorCtr="0" anchor="ctr" bIns="45700" lIns="90000" spcFirstLastPara="1" rIns="91425" wrap="square" tIns="45700">
            <a:noAutofit/>
          </a:bodyPr>
          <a:lstStyle>
            <a:lvl1pPr indent="0" lvl="0" marL="0" marR="0" algn="r">
              <a:lnSpc>
                <a:spcPct val="100000"/>
              </a:lnSpc>
              <a:spcBef>
                <a:spcPts val="0"/>
              </a:spcBef>
              <a:spcAft>
                <a:spcPts val="0"/>
              </a:spcAft>
              <a:buClr>
                <a:srgbClr val="000000"/>
              </a:buClr>
              <a:buSzPts val="2400"/>
              <a:buFont typeface="Arial"/>
              <a:buNone/>
              <a:defRPr b="0" i="0" sz="2400" u="none" cap="none" strike="noStrike">
                <a:solidFill>
                  <a:schemeClr val="lt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2400"/>
              <a:buFont typeface="Arial"/>
              <a:buNone/>
              <a:defRPr b="0" i="0" sz="2400" u="none" cap="none" strike="noStrike">
                <a:solidFill>
                  <a:schemeClr val="lt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2400"/>
              <a:buFont typeface="Arial"/>
              <a:buNone/>
              <a:defRPr b="0" i="0" sz="2400" u="none" cap="none" strike="noStrike">
                <a:solidFill>
                  <a:schemeClr val="lt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2400"/>
              <a:buFont typeface="Arial"/>
              <a:buNone/>
              <a:defRPr b="0" i="0" sz="2400" u="none" cap="none" strike="noStrike">
                <a:solidFill>
                  <a:schemeClr val="lt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2400"/>
              <a:buFont typeface="Arial"/>
              <a:buNone/>
              <a:defRPr b="0" i="0" sz="2400" u="none" cap="none" strike="noStrike">
                <a:solidFill>
                  <a:schemeClr val="lt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2400"/>
              <a:buFont typeface="Arial"/>
              <a:buNone/>
              <a:defRPr b="0" i="0" sz="2400" u="none" cap="none" strike="noStrike">
                <a:solidFill>
                  <a:schemeClr val="lt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2400"/>
              <a:buFont typeface="Arial"/>
              <a:buNone/>
              <a:defRPr b="0" i="0" sz="2400" u="none" cap="none" strike="noStrike">
                <a:solidFill>
                  <a:schemeClr val="lt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2400"/>
              <a:buFont typeface="Arial"/>
              <a:buNone/>
              <a:defRPr b="0" i="0" sz="2400" u="none" cap="none" strike="noStrike">
                <a:solidFill>
                  <a:schemeClr val="lt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2400"/>
              <a:buFont typeface="Arial"/>
              <a:buNone/>
              <a:defRPr b="0" i="0" sz="24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4"/>
          <p:cNvSpPr txBox="1"/>
          <p:nvPr>
            <p:ph type="title"/>
          </p:nvPr>
        </p:nvSpPr>
        <p:spPr>
          <a:xfrm>
            <a:off x="831850" y="1593991"/>
            <a:ext cx="10515600" cy="2852700"/>
          </a:xfrm>
          <a:prstGeom prst="rect">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Clr>
                <a:srgbClr val="214B8C"/>
              </a:buClr>
              <a:buSzPts val="6000"/>
              <a:buFont typeface="Bookman Old Style"/>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4"/>
          <p:cNvSpPr txBox="1"/>
          <p:nvPr>
            <p:ph idx="1" type="body"/>
          </p:nvPr>
        </p:nvSpPr>
        <p:spPr>
          <a:xfrm>
            <a:off x="831850" y="4473716"/>
            <a:ext cx="10515600" cy="1500300"/>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30" name="Google Shape;30;p4"/>
          <p:cNvSpPr txBox="1"/>
          <p:nvPr>
            <p:ph idx="12" type="sldNum"/>
          </p:nvPr>
        </p:nvSpPr>
        <p:spPr>
          <a:xfrm>
            <a:off x="10393047" y="6311899"/>
            <a:ext cx="15009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2400"/>
              <a:buFont typeface="Arial"/>
              <a:buNone/>
              <a:defRPr b="0" i="0" sz="2400" u="none" cap="none" strike="noStrike">
                <a:solidFill>
                  <a:schemeClr val="lt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2400"/>
              <a:buFont typeface="Arial"/>
              <a:buNone/>
              <a:defRPr b="0" i="0" sz="2400" u="none" cap="none" strike="noStrike">
                <a:solidFill>
                  <a:schemeClr val="lt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2400"/>
              <a:buFont typeface="Arial"/>
              <a:buNone/>
              <a:defRPr b="0" i="0" sz="2400" u="none" cap="none" strike="noStrike">
                <a:solidFill>
                  <a:schemeClr val="lt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2400"/>
              <a:buFont typeface="Arial"/>
              <a:buNone/>
              <a:defRPr b="0" i="0" sz="2400" u="none" cap="none" strike="noStrike">
                <a:solidFill>
                  <a:schemeClr val="lt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2400"/>
              <a:buFont typeface="Arial"/>
              <a:buNone/>
              <a:defRPr b="0" i="0" sz="2400" u="none" cap="none" strike="noStrike">
                <a:solidFill>
                  <a:schemeClr val="lt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2400"/>
              <a:buFont typeface="Arial"/>
              <a:buNone/>
              <a:defRPr b="0" i="0" sz="2400" u="none" cap="none" strike="noStrike">
                <a:solidFill>
                  <a:schemeClr val="lt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2400"/>
              <a:buFont typeface="Arial"/>
              <a:buNone/>
              <a:defRPr b="0" i="0" sz="2400" u="none" cap="none" strike="noStrike">
                <a:solidFill>
                  <a:schemeClr val="lt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2400"/>
              <a:buFont typeface="Arial"/>
              <a:buNone/>
              <a:defRPr b="0" i="0" sz="2400" u="none" cap="none" strike="noStrike">
                <a:solidFill>
                  <a:schemeClr val="lt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2400"/>
              <a:buFont typeface="Arial"/>
              <a:buNone/>
              <a:defRPr b="0" i="0" sz="24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1" name="Shape 31"/>
        <p:cNvGrpSpPr/>
        <p:nvPr/>
      </p:nvGrpSpPr>
      <p:grpSpPr>
        <a:xfrm>
          <a:off x="0" y="0"/>
          <a:ext cx="0" cy="0"/>
          <a:chOff x="0" y="0"/>
          <a:chExt cx="0" cy="0"/>
        </a:xfrm>
      </p:grpSpPr>
      <p:sp>
        <p:nvSpPr>
          <p:cNvPr id="32" name="Google Shape;32;p5"/>
          <p:cNvSpPr txBox="1"/>
          <p:nvPr>
            <p:ph type="title"/>
          </p:nvPr>
        </p:nvSpPr>
        <p:spPr>
          <a:xfrm>
            <a:off x="838200" y="365126"/>
            <a:ext cx="10515600" cy="942900"/>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rgbClr val="214B8C"/>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p5"/>
          <p:cNvSpPr txBox="1"/>
          <p:nvPr>
            <p:ph idx="1" type="body"/>
          </p:nvPr>
        </p:nvSpPr>
        <p:spPr>
          <a:xfrm>
            <a:off x="838200" y="1634250"/>
            <a:ext cx="5181600" cy="4351200"/>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4" name="Google Shape;34;p5"/>
          <p:cNvSpPr txBox="1"/>
          <p:nvPr>
            <p:ph idx="2" type="body"/>
          </p:nvPr>
        </p:nvSpPr>
        <p:spPr>
          <a:xfrm>
            <a:off x="6172200" y="1634250"/>
            <a:ext cx="5181600" cy="4351200"/>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5" name="Google Shape;35;p5"/>
          <p:cNvSpPr txBox="1"/>
          <p:nvPr>
            <p:ph idx="12" type="sldNum"/>
          </p:nvPr>
        </p:nvSpPr>
        <p:spPr>
          <a:xfrm>
            <a:off x="10393047" y="6311899"/>
            <a:ext cx="15009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2400"/>
              <a:buFont typeface="Arial"/>
              <a:buNone/>
              <a:defRPr b="0" i="0" sz="2400" u="none" cap="none" strike="noStrike">
                <a:solidFill>
                  <a:schemeClr val="lt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2400"/>
              <a:buFont typeface="Arial"/>
              <a:buNone/>
              <a:defRPr b="0" i="0" sz="2400" u="none" cap="none" strike="noStrike">
                <a:solidFill>
                  <a:schemeClr val="lt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2400"/>
              <a:buFont typeface="Arial"/>
              <a:buNone/>
              <a:defRPr b="0" i="0" sz="2400" u="none" cap="none" strike="noStrike">
                <a:solidFill>
                  <a:schemeClr val="lt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2400"/>
              <a:buFont typeface="Arial"/>
              <a:buNone/>
              <a:defRPr b="0" i="0" sz="2400" u="none" cap="none" strike="noStrike">
                <a:solidFill>
                  <a:schemeClr val="lt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2400"/>
              <a:buFont typeface="Arial"/>
              <a:buNone/>
              <a:defRPr b="0" i="0" sz="2400" u="none" cap="none" strike="noStrike">
                <a:solidFill>
                  <a:schemeClr val="lt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2400"/>
              <a:buFont typeface="Arial"/>
              <a:buNone/>
              <a:defRPr b="0" i="0" sz="2400" u="none" cap="none" strike="noStrike">
                <a:solidFill>
                  <a:schemeClr val="lt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2400"/>
              <a:buFont typeface="Arial"/>
              <a:buNone/>
              <a:defRPr b="0" i="0" sz="2400" u="none" cap="none" strike="noStrike">
                <a:solidFill>
                  <a:schemeClr val="lt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2400"/>
              <a:buFont typeface="Arial"/>
              <a:buNone/>
              <a:defRPr b="0" i="0" sz="2400" u="none" cap="none" strike="noStrike">
                <a:solidFill>
                  <a:schemeClr val="lt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2400"/>
              <a:buFont typeface="Arial"/>
              <a:buNone/>
              <a:defRPr b="0" i="0" sz="24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6" name="Shape 36"/>
        <p:cNvGrpSpPr/>
        <p:nvPr/>
      </p:nvGrpSpPr>
      <p:grpSpPr>
        <a:xfrm>
          <a:off x="0" y="0"/>
          <a:ext cx="0" cy="0"/>
          <a:chOff x="0" y="0"/>
          <a:chExt cx="0" cy="0"/>
        </a:xfrm>
      </p:grpSpPr>
      <p:sp>
        <p:nvSpPr>
          <p:cNvPr id="37" name="Google Shape;37;p6"/>
          <p:cNvSpPr txBox="1"/>
          <p:nvPr>
            <p:ph type="title"/>
          </p:nvPr>
        </p:nvSpPr>
        <p:spPr>
          <a:xfrm>
            <a:off x="839788" y="365124"/>
            <a:ext cx="10515600" cy="943200"/>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rgbClr val="214B8C"/>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6"/>
          <p:cNvSpPr txBox="1"/>
          <p:nvPr>
            <p:ph idx="1" type="body"/>
          </p:nvPr>
        </p:nvSpPr>
        <p:spPr>
          <a:xfrm>
            <a:off x="839788" y="1555861"/>
            <a:ext cx="5157900" cy="823800"/>
          </a:xfrm>
          <a:prstGeom prst="rect">
            <a:avLst/>
          </a:prstGeom>
          <a:noFill/>
          <a:ln>
            <a:noFill/>
          </a:ln>
        </p:spPr>
        <p:txBody>
          <a:bodyPr anchorCtr="0" anchor="b" bIns="45700" lIns="91425" spcFirstLastPara="1" rIns="91425" wrap="square" tIns="45700">
            <a:no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9" name="Google Shape;39;p6"/>
          <p:cNvSpPr txBox="1"/>
          <p:nvPr>
            <p:ph idx="2" type="body"/>
          </p:nvPr>
        </p:nvSpPr>
        <p:spPr>
          <a:xfrm>
            <a:off x="839788" y="2379773"/>
            <a:ext cx="5157900" cy="3684600"/>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 name="Google Shape;40;p6"/>
          <p:cNvSpPr txBox="1"/>
          <p:nvPr>
            <p:ph idx="3" type="body"/>
          </p:nvPr>
        </p:nvSpPr>
        <p:spPr>
          <a:xfrm>
            <a:off x="6172200" y="1555861"/>
            <a:ext cx="5183100" cy="823800"/>
          </a:xfrm>
          <a:prstGeom prst="rect">
            <a:avLst/>
          </a:prstGeom>
          <a:noFill/>
          <a:ln>
            <a:noFill/>
          </a:ln>
        </p:spPr>
        <p:txBody>
          <a:bodyPr anchorCtr="0" anchor="b" bIns="45700" lIns="91425" spcFirstLastPara="1" rIns="91425" wrap="square" tIns="45700">
            <a:no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1" name="Google Shape;41;p6"/>
          <p:cNvSpPr txBox="1"/>
          <p:nvPr>
            <p:ph idx="4" type="body"/>
          </p:nvPr>
        </p:nvSpPr>
        <p:spPr>
          <a:xfrm>
            <a:off x="6172200" y="2379773"/>
            <a:ext cx="5183100" cy="3684600"/>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2" name="Google Shape;42;p6"/>
          <p:cNvSpPr txBox="1"/>
          <p:nvPr>
            <p:ph idx="12" type="sldNum"/>
          </p:nvPr>
        </p:nvSpPr>
        <p:spPr>
          <a:xfrm>
            <a:off x="10393047" y="6311899"/>
            <a:ext cx="15009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2400"/>
              <a:buFont typeface="Arial"/>
              <a:buNone/>
              <a:defRPr b="0" i="0" sz="2400" u="none" cap="none" strike="noStrike">
                <a:solidFill>
                  <a:schemeClr val="lt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2400"/>
              <a:buFont typeface="Arial"/>
              <a:buNone/>
              <a:defRPr b="0" i="0" sz="2400" u="none" cap="none" strike="noStrike">
                <a:solidFill>
                  <a:schemeClr val="lt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2400"/>
              <a:buFont typeface="Arial"/>
              <a:buNone/>
              <a:defRPr b="0" i="0" sz="2400" u="none" cap="none" strike="noStrike">
                <a:solidFill>
                  <a:schemeClr val="lt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2400"/>
              <a:buFont typeface="Arial"/>
              <a:buNone/>
              <a:defRPr b="0" i="0" sz="2400" u="none" cap="none" strike="noStrike">
                <a:solidFill>
                  <a:schemeClr val="lt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2400"/>
              <a:buFont typeface="Arial"/>
              <a:buNone/>
              <a:defRPr b="0" i="0" sz="2400" u="none" cap="none" strike="noStrike">
                <a:solidFill>
                  <a:schemeClr val="lt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2400"/>
              <a:buFont typeface="Arial"/>
              <a:buNone/>
              <a:defRPr b="0" i="0" sz="2400" u="none" cap="none" strike="noStrike">
                <a:solidFill>
                  <a:schemeClr val="lt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2400"/>
              <a:buFont typeface="Arial"/>
              <a:buNone/>
              <a:defRPr b="0" i="0" sz="2400" u="none" cap="none" strike="noStrike">
                <a:solidFill>
                  <a:schemeClr val="lt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2400"/>
              <a:buFont typeface="Arial"/>
              <a:buNone/>
              <a:defRPr b="0" i="0" sz="2400" u="none" cap="none" strike="noStrike">
                <a:solidFill>
                  <a:schemeClr val="lt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2400"/>
              <a:buFont typeface="Arial"/>
              <a:buNone/>
              <a:defRPr b="0" i="0" sz="24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3" name="Shape 43"/>
        <p:cNvGrpSpPr/>
        <p:nvPr/>
      </p:nvGrpSpPr>
      <p:grpSpPr>
        <a:xfrm>
          <a:off x="0" y="0"/>
          <a:ext cx="0" cy="0"/>
          <a:chOff x="0" y="0"/>
          <a:chExt cx="0" cy="0"/>
        </a:xfrm>
      </p:grpSpPr>
      <p:sp>
        <p:nvSpPr>
          <p:cNvPr id="44" name="Google Shape;44;p7"/>
          <p:cNvSpPr txBox="1"/>
          <p:nvPr>
            <p:ph type="title"/>
          </p:nvPr>
        </p:nvSpPr>
        <p:spPr>
          <a:xfrm>
            <a:off x="838200" y="365126"/>
            <a:ext cx="10515600" cy="942900"/>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rgbClr val="214B8C"/>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5" name="Google Shape;45;p7"/>
          <p:cNvSpPr txBox="1"/>
          <p:nvPr>
            <p:ph idx="12" type="sldNum"/>
          </p:nvPr>
        </p:nvSpPr>
        <p:spPr>
          <a:xfrm>
            <a:off x="10393047" y="6311899"/>
            <a:ext cx="15009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2400"/>
              <a:buFont typeface="Arial"/>
              <a:buNone/>
              <a:defRPr b="0" i="0" sz="2400" u="none" cap="none" strike="noStrike">
                <a:solidFill>
                  <a:schemeClr val="lt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2400"/>
              <a:buFont typeface="Arial"/>
              <a:buNone/>
              <a:defRPr b="0" i="0" sz="2400" u="none" cap="none" strike="noStrike">
                <a:solidFill>
                  <a:schemeClr val="lt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2400"/>
              <a:buFont typeface="Arial"/>
              <a:buNone/>
              <a:defRPr b="0" i="0" sz="2400" u="none" cap="none" strike="noStrike">
                <a:solidFill>
                  <a:schemeClr val="lt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2400"/>
              <a:buFont typeface="Arial"/>
              <a:buNone/>
              <a:defRPr b="0" i="0" sz="2400" u="none" cap="none" strike="noStrike">
                <a:solidFill>
                  <a:schemeClr val="lt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2400"/>
              <a:buFont typeface="Arial"/>
              <a:buNone/>
              <a:defRPr b="0" i="0" sz="2400" u="none" cap="none" strike="noStrike">
                <a:solidFill>
                  <a:schemeClr val="lt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2400"/>
              <a:buFont typeface="Arial"/>
              <a:buNone/>
              <a:defRPr b="0" i="0" sz="2400" u="none" cap="none" strike="noStrike">
                <a:solidFill>
                  <a:schemeClr val="lt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2400"/>
              <a:buFont typeface="Arial"/>
              <a:buNone/>
              <a:defRPr b="0" i="0" sz="2400" u="none" cap="none" strike="noStrike">
                <a:solidFill>
                  <a:schemeClr val="lt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2400"/>
              <a:buFont typeface="Arial"/>
              <a:buNone/>
              <a:defRPr b="0" i="0" sz="2400" u="none" cap="none" strike="noStrike">
                <a:solidFill>
                  <a:schemeClr val="lt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2400"/>
              <a:buFont typeface="Arial"/>
              <a:buNone/>
              <a:defRPr b="0" i="0" sz="24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6" name="Shape 46"/>
        <p:cNvGrpSpPr/>
        <p:nvPr/>
      </p:nvGrpSpPr>
      <p:grpSpPr>
        <a:xfrm>
          <a:off x="0" y="0"/>
          <a:ext cx="0" cy="0"/>
          <a:chOff x="0" y="0"/>
          <a:chExt cx="0" cy="0"/>
        </a:xfrm>
      </p:grpSpPr>
      <p:sp>
        <p:nvSpPr>
          <p:cNvPr id="47" name="Google Shape;47;p8"/>
          <p:cNvSpPr txBox="1"/>
          <p:nvPr>
            <p:ph idx="12" type="sldNum"/>
          </p:nvPr>
        </p:nvSpPr>
        <p:spPr>
          <a:xfrm>
            <a:off x="10393047" y="6311899"/>
            <a:ext cx="15009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2400"/>
              <a:buFont typeface="Arial"/>
              <a:buNone/>
              <a:defRPr b="0" i="0" sz="2400" u="none" cap="none" strike="noStrike">
                <a:solidFill>
                  <a:schemeClr val="lt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2400"/>
              <a:buFont typeface="Arial"/>
              <a:buNone/>
              <a:defRPr b="0" i="0" sz="2400" u="none" cap="none" strike="noStrike">
                <a:solidFill>
                  <a:schemeClr val="lt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2400"/>
              <a:buFont typeface="Arial"/>
              <a:buNone/>
              <a:defRPr b="0" i="0" sz="2400" u="none" cap="none" strike="noStrike">
                <a:solidFill>
                  <a:schemeClr val="lt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2400"/>
              <a:buFont typeface="Arial"/>
              <a:buNone/>
              <a:defRPr b="0" i="0" sz="2400" u="none" cap="none" strike="noStrike">
                <a:solidFill>
                  <a:schemeClr val="lt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2400"/>
              <a:buFont typeface="Arial"/>
              <a:buNone/>
              <a:defRPr b="0" i="0" sz="2400" u="none" cap="none" strike="noStrike">
                <a:solidFill>
                  <a:schemeClr val="lt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2400"/>
              <a:buFont typeface="Arial"/>
              <a:buNone/>
              <a:defRPr b="0" i="0" sz="2400" u="none" cap="none" strike="noStrike">
                <a:solidFill>
                  <a:schemeClr val="lt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2400"/>
              <a:buFont typeface="Arial"/>
              <a:buNone/>
              <a:defRPr b="0" i="0" sz="2400" u="none" cap="none" strike="noStrike">
                <a:solidFill>
                  <a:schemeClr val="lt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2400"/>
              <a:buFont typeface="Arial"/>
              <a:buNone/>
              <a:defRPr b="0" i="0" sz="2400" u="none" cap="none" strike="noStrike">
                <a:solidFill>
                  <a:schemeClr val="lt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2400"/>
              <a:buFont typeface="Arial"/>
              <a:buNone/>
              <a:defRPr b="0" i="0" sz="24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48" name="Shape 48"/>
        <p:cNvGrpSpPr/>
        <p:nvPr/>
      </p:nvGrpSpPr>
      <p:grpSpPr>
        <a:xfrm>
          <a:off x="0" y="0"/>
          <a:ext cx="0" cy="0"/>
          <a:chOff x="0" y="0"/>
          <a:chExt cx="0" cy="0"/>
        </a:xfrm>
      </p:grpSpPr>
      <p:sp>
        <p:nvSpPr>
          <p:cNvPr id="49" name="Google Shape;49;p9"/>
          <p:cNvSpPr txBox="1"/>
          <p:nvPr>
            <p:ph type="title"/>
          </p:nvPr>
        </p:nvSpPr>
        <p:spPr>
          <a:xfrm>
            <a:off x="839788" y="457200"/>
            <a:ext cx="3932100" cy="1600200"/>
          </a:xfrm>
          <a:prstGeom prst="rect">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Clr>
                <a:srgbClr val="214B8C"/>
              </a:buClr>
              <a:buSzPts val="3200"/>
              <a:buFont typeface="Bookman Old Style"/>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0" name="Google Shape;50;p9"/>
          <p:cNvSpPr txBox="1"/>
          <p:nvPr>
            <p:ph idx="1" type="body"/>
          </p:nvPr>
        </p:nvSpPr>
        <p:spPr>
          <a:xfrm>
            <a:off x="5183188" y="987425"/>
            <a:ext cx="6172200" cy="4873500"/>
          </a:xfrm>
          <a:prstGeom prst="rect">
            <a:avLst/>
          </a:prstGeom>
          <a:noFill/>
          <a:ln>
            <a:noFill/>
          </a:ln>
        </p:spPr>
        <p:txBody>
          <a:bodyPr anchorCtr="0" anchor="t" bIns="45700" lIns="91425" spcFirstLastPara="1" rIns="91425" wrap="square" tIns="45700">
            <a:no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51" name="Google Shape;51;p9"/>
          <p:cNvSpPr txBox="1"/>
          <p:nvPr>
            <p:ph idx="2" type="body"/>
          </p:nvPr>
        </p:nvSpPr>
        <p:spPr>
          <a:xfrm>
            <a:off x="839788" y="2057400"/>
            <a:ext cx="3932100" cy="3811500"/>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2" name="Google Shape;52;p9"/>
          <p:cNvSpPr txBox="1"/>
          <p:nvPr>
            <p:ph idx="12" type="sldNum"/>
          </p:nvPr>
        </p:nvSpPr>
        <p:spPr>
          <a:xfrm>
            <a:off x="10393047" y="6311899"/>
            <a:ext cx="15009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2400"/>
              <a:buFont typeface="Arial"/>
              <a:buNone/>
              <a:defRPr b="0" i="0" sz="2400" u="none" cap="none" strike="noStrike">
                <a:solidFill>
                  <a:schemeClr val="lt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2400"/>
              <a:buFont typeface="Arial"/>
              <a:buNone/>
              <a:defRPr b="0" i="0" sz="2400" u="none" cap="none" strike="noStrike">
                <a:solidFill>
                  <a:schemeClr val="lt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2400"/>
              <a:buFont typeface="Arial"/>
              <a:buNone/>
              <a:defRPr b="0" i="0" sz="2400" u="none" cap="none" strike="noStrike">
                <a:solidFill>
                  <a:schemeClr val="lt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2400"/>
              <a:buFont typeface="Arial"/>
              <a:buNone/>
              <a:defRPr b="0" i="0" sz="2400" u="none" cap="none" strike="noStrike">
                <a:solidFill>
                  <a:schemeClr val="lt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2400"/>
              <a:buFont typeface="Arial"/>
              <a:buNone/>
              <a:defRPr b="0" i="0" sz="2400" u="none" cap="none" strike="noStrike">
                <a:solidFill>
                  <a:schemeClr val="lt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2400"/>
              <a:buFont typeface="Arial"/>
              <a:buNone/>
              <a:defRPr b="0" i="0" sz="2400" u="none" cap="none" strike="noStrike">
                <a:solidFill>
                  <a:schemeClr val="lt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2400"/>
              <a:buFont typeface="Arial"/>
              <a:buNone/>
              <a:defRPr b="0" i="0" sz="2400" u="none" cap="none" strike="noStrike">
                <a:solidFill>
                  <a:schemeClr val="lt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2400"/>
              <a:buFont typeface="Arial"/>
              <a:buNone/>
              <a:defRPr b="0" i="0" sz="2400" u="none" cap="none" strike="noStrike">
                <a:solidFill>
                  <a:schemeClr val="lt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2400"/>
              <a:buFont typeface="Arial"/>
              <a:buNone/>
              <a:defRPr b="0" i="0" sz="24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53" name="Shape 53"/>
        <p:cNvGrpSpPr/>
        <p:nvPr/>
      </p:nvGrpSpPr>
      <p:grpSpPr>
        <a:xfrm>
          <a:off x="0" y="0"/>
          <a:ext cx="0" cy="0"/>
          <a:chOff x="0" y="0"/>
          <a:chExt cx="0" cy="0"/>
        </a:xfrm>
      </p:grpSpPr>
      <p:sp>
        <p:nvSpPr>
          <p:cNvPr id="54" name="Google Shape;54;p10"/>
          <p:cNvSpPr txBox="1"/>
          <p:nvPr>
            <p:ph type="title"/>
          </p:nvPr>
        </p:nvSpPr>
        <p:spPr>
          <a:xfrm>
            <a:off x="839788" y="457200"/>
            <a:ext cx="3932100" cy="1600200"/>
          </a:xfrm>
          <a:prstGeom prst="rect">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Clr>
                <a:srgbClr val="214B8C"/>
              </a:buClr>
              <a:buSzPts val="3200"/>
              <a:buFont typeface="Bookman Old Style"/>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5" name="Google Shape;55;p10"/>
          <p:cNvSpPr/>
          <p:nvPr>
            <p:ph idx="2" type="pic"/>
          </p:nvPr>
        </p:nvSpPr>
        <p:spPr>
          <a:xfrm>
            <a:off x="5183188" y="987425"/>
            <a:ext cx="6172200" cy="4873500"/>
          </a:xfrm>
          <a:prstGeom prst="rect">
            <a:avLst/>
          </a:prstGeom>
          <a:noFill/>
          <a:ln>
            <a:noFill/>
          </a:ln>
        </p:spPr>
      </p:sp>
      <p:sp>
        <p:nvSpPr>
          <p:cNvPr id="56" name="Google Shape;56;p10"/>
          <p:cNvSpPr txBox="1"/>
          <p:nvPr>
            <p:ph idx="1" type="body"/>
          </p:nvPr>
        </p:nvSpPr>
        <p:spPr>
          <a:xfrm>
            <a:off x="839788" y="2057400"/>
            <a:ext cx="3932100" cy="3811500"/>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7" name="Google Shape;57;p10"/>
          <p:cNvSpPr txBox="1"/>
          <p:nvPr>
            <p:ph idx="12" type="sldNum"/>
          </p:nvPr>
        </p:nvSpPr>
        <p:spPr>
          <a:xfrm>
            <a:off x="10393047" y="6311899"/>
            <a:ext cx="15009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2400"/>
              <a:buFont typeface="Arial"/>
              <a:buNone/>
              <a:defRPr b="0" i="0" sz="2400" u="none" cap="none" strike="noStrike">
                <a:solidFill>
                  <a:schemeClr val="lt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2400"/>
              <a:buFont typeface="Arial"/>
              <a:buNone/>
              <a:defRPr b="0" i="0" sz="2400" u="none" cap="none" strike="noStrike">
                <a:solidFill>
                  <a:schemeClr val="lt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2400"/>
              <a:buFont typeface="Arial"/>
              <a:buNone/>
              <a:defRPr b="0" i="0" sz="2400" u="none" cap="none" strike="noStrike">
                <a:solidFill>
                  <a:schemeClr val="lt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2400"/>
              <a:buFont typeface="Arial"/>
              <a:buNone/>
              <a:defRPr b="0" i="0" sz="2400" u="none" cap="none" strike="noStrike">
                <a:solidFill>
                  <a:schemeClr val="lt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2400"/>
              <a:buFont typeface="Arial"/>
              <a:buNone/>
              <a:defRPr b="0" i="0" sz="2400" u="none" cap="none" strike="noStrike">
                <a:solidFill>
                  <a:schemeClr val="lt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2400"/>
              <a:buFont typeface="Arial"/>
              <a:buNone/>
              <a:defRPr b="0" i="0" sz="2400" u="none" cap="none" strike="noStrike">
                <a:solidFill>
                  <a:schemeClr val="lt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2400"/>
              <a:buFont typeface="Arial"/>
              <a:buNone/>
              <a:defRPr b="0" i="0" sz="2400" u="none" cap="none" strike="noStrike">
                <a:solidFill>
                  <a:schemeClr val="lt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2400"/>
              <a:buFont typeface="Arial"/>
              <a:buNone/>
              <a:defRPr b="0" i="0" sz="2400" u="none" cap="none" strike="noStrike">
                <a:solidFill>
                  <a:schemeClr val="lt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2400"/>
              <a:buFont typeface="Arial"/>
              <a:buNone/>
              <a:defRPr b="0" i="0" sz="24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58" name="Shape 58"/>
        <p:cNvGrpSpPr/>
        <p:nvPr/>
      </p:nvGrpSpPr>
      <p:grpSpPr>
        <a:xfrm>
          <a:off x="0" y="0"/>
          <a:ext cx="0" cy="0"/>
          <a:chOff x="0" y="0"/>
          <a:chExt cx="0" cy="0"/>
        </a:xfrm>
      </p:grpSpPr>
      <p:sp>
        <p:nvSpPr>
          <p:cNvPr id="59" name="Google Shape;59;p11"/>
          <p:cNvSpPr txBox="1"/>
          <p:nvPr>
            <p:ph type="title"/>
          </p:nvPr>
        </p:nvSpPr>
        <p:spPr>
          <a:xfrm>
            <a:off x="838200" y="365126"/>
            <a:ext cx="10515600" cy="942900"/>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rgbClr val="214B8C"/>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11"/>
          <p:cNvSpPr txBox="1"/>
          <p:nvPr>
            <p:ph idx="1" type="body"/>
          </p:nvPr>
        </p:nvSpPr>
        <p:spPr>
          <a:xfrm rot="5400000">
            <a:off x="3911550" y="-1562243"/>
            <a:ext cx="4368900" cy="10515600"/>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1" name="Google Shape;61;p11"/>
          <p:cNvSpPr txBox="1"/>
          <p:nvPr>
            <p:ph idx="12" type="sldNum"/>
          </p:nvPr>
        </p:nvSpPr>
        <p:spPr>
          <a:xfrm>
            <a:off x="10393047" y="6311899"/>
            <a:ext cx="15009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2400"/>
              <a:buFont typeface="Arial"/>
              <a:buNone/>
              <a:defRPr b="0" i="0" sz="2400" u="none" cap="none" strike="noStrike">
                <a:solidFill>
                  <a:schemeClr val="lt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2400"/>
              <a:buFont typeface="Arial"/>
              <a:buNone/>
              <a:defRPr b="0" i="0" sz="2400" u="none" cap="none" strike="noStrike">
                <a:solidFill>
                  <a:schemeClr val="lt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2400"/>
              <a:buFont typeface="Arial"/>
              <a:buNone/>
              <a:defRPr b="0" i="0" sz="2400" u="none" cap="none" strike="noStrike">
                <a:solidFill>
                  <a:schemeClr val="lt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2400"/>
              <a:buFont typeface="Arial"/>
              <a:buNone/>
              <a:defRPr b="0" i="0" sz="2400" u="none" cap="none" strike="noStrike">
                <a:solidFill>
                  <a:schemeClr val="lt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2400"/>
              <a:buFont typeface="Arial"/>
              <a:buNone/>
              <a:defRPr b="0" i="0" sz="2400" u="none" cap="none" strike="noStrike">
                <a:solidFill>
                  <a:schemeClr val="lt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2400"/>
              <a:buFont typeface="Arial"/>
              <a:buNone/>
              <a:defRPr b="0" i="0" sz="2400" u="none" cap="none" strike="noStrike">
                <a:solidFill>
                  <a:schemeClr val="lt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2400"/>
              <a:buFont typeface="Arial"/>
              <a:buNone/>
              <a:defRPr b="0" i="0" sz="2400" u="none" cap="none" strike="noStrike">
                <a:solidFill>
                  <a:schemeClr val="lt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2400"/>
              <a:buFont typeface="Arial"/>
              <a:buNone/>
              <a:defRPr b="0" i="0" sz="2400" u="none" cap="none" strike="noStrike">
                <a:solidFill>
                  <a:schemeClr val="lt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2400"/>
              <a:buFont typeface="Arial"/>
              <a:buNone/>
              <a:defRPr b="0" i="0" sz="24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62" name="Shape 62"/>
        <p:cNvGrpSpPr/>
        <p:nvPr/>
      </p:nvGrpSpPr>
      <p:grpSpPr>
        <a:xfrm>
          <a:off x="0" y="0"/>
          <a:ext cx="0" cy="0"/>
          <a:chOff x="0" y="0"/>
          <a:chExt cx="0" cy="0"/>
        </a:xfrm>
      </p:grpSpPr>
      <p:sp>
        <p:nvSpPr>
          <p:cNvPr id="63" name="Google Shape;63;p12"/>
          <p:cNvSpPr txBox="1"/>
          <p:nvPr>
            <p:ph type="title"/>
          </p:nvPr>
        </p:nvSpPr>
        <p:spPr>
          <a:xfrm rot="5400000">
            <a:off x="7133400" y="1783000"/>
            <a:ext cx="5811900" cy="2628900"/>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rgbClr val="214B8C"/>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12"/>
          <p:cNvSpPr txBox="1"/>
          <p:nvPr>
            <p:ph idx="1" type="body"/>
          </p:nvPr>
        </p:nvSpPr>
        <p:spPr>
          <a:xfrm rot="5400000">
            <a:off x="1799400" y="-769700"/>
            <a:ext cx="5811900" cy="7734300"/>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5" name="Google Shape;65;p12"/>
          <p:cNvSpPr txBox="1"/>
          <p:nvPr>
            <p:ph idx="12" type="sldNum"/>
          </p:nvPr>
        </p:nvSpPr>
        <p:spPr>
          <a:xfrm>
            <a:off x="10393047" y="6311899"/>
            <a:ext cx="15009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2400"/>
              <a:buFont typeface="Arial"/>
              <a:buNone/>
              <a:defRPr b="0" i="0" sz="2400" u="none" cap="none" strike="noStrike">
                <a:solidFill>
                  <a:schemeClr val="lt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2400"/>
              <a:buFont typeface="Arial"/>
              <a:buNone/>
              <a:defRPr b="0" i="0" sz="2400" u="none" cap="none" strike="noStrike">
                <a:solidFill>
                  <a:schemeClr val="lt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2400"/>
              <a:buFont typeface="Arial"/>
              <a:buNone/>
              <a:defRPr b="0" i="0" sz="2400" u="none" cap="none" strike="noStrike">
                <a:solidFill>
                  <a:schemeClr val="lt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2400"/>
              <a:buFont typeface="Arial"/>
              <a:buNone/>
              <a:defRPr b="0" i="0" sz="2400" u="none" cap="none" strike="noStrike">
                <a:solidFill>
                  <a:schemeClr val="lt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2400"/>
              <a:buFont typeface="Arial"/>
              <a:buNone/>
              <a:defRPr b="0" i="0" sz="2400" u="none" cap="none" strike="noStrike">
                <a:solidFill>
                  <a:schemeClr val="lt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2400"/>
              <a:buFont typeface="Arial"/>
              <a:buNone/>
              <a:defRPr b="0" i="0" sz="2400" u="none" cap="none" strike="noStrike">
                <a:solidFill>
                  <a:schemeClr val="lt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2400"/>
              <a:buFont typeface="Arial"/>
              <a:buNone/>
              <a:defRPr b="0" i="0" sz="2400" u="none" cap="none" strike="noStrike">
                <a:solidFill>
                  <a:schemeClr val="lt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2400"/>
              <a:buFont typeface="Arial"/>
              <a:buNone/>
              <a:defRPr b="0" i="0" sz="2400" u="none" cap="none" strike="noStrike">
                <a:solidFill>
                  <a:schemeClr val="lt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2400"/>
              <a:buFont typeface="Arial"/>
              <a:buNone/>
              <a:defRPr b="0" i="0" sz="24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enerated Slide 1_1_1_TITLEANDBULLETS_I">
  <p:cSld name="TITLE_AND_BODY_2_1_1_1_2">
    <p:spTree>
      <p:nvGrpSpPr>
        <p:cNvPr id="66" name="Shape 66"/>
        <p:cNvGrpSpPr/>
        <p:nvPr/>
      </p:nvGrpSpPr>
      <p:grpSpPr>
        <a:xfrm>
          <a:off x="0" y="0"/>
          <a:ext cx="0" cy="0"/>
          <a:chOff x="0" y="0"/>
          <a:chExt cx="0" cy="0"/>
        </a:xfrm>
      </p:grpSpPr>
      <p:sp>
        <p:nvSpPr>
          <p:cNvPr id="67" name="Google Shape;67;p13"/>
          <p:cNvSpPr txBox="1"/>
          <p:nvPr>
            <p:ph type="title"/>
          </p:nvPr>
        </p:nvSpPr>
        <p:spPr>
          <a:xfrm>
            <a:off x="507450" y="331400"/>
            <a:ext cx="8129100" cy="796200"/>
          </a:xfrm>
          <a:prstGeom prst="rect">
            <a:avLst/>
          </a:prstGeom>
        </p:spPr>
        <p:txBody>
          <a:bodyPr anchorCtr="0" anchor="ctr" bIns="0" lIns="0" spcFirstLastPara="1" rIns="0" wrap="square" tIns="0">
            <a:normAutofit/>
          </a:bodyPr>
          <a:lstStyle>
            <a:lvl1pPr lvl="0">
              <a:spcBef>
                <a:spcPts val="0"/>
              </a:spcBef>
              <a:spcAft>
                <a:spcPts val="0"/>
              </a:spcAft>
              <a:buSzPts val="3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8" name="Google Shape;68;p13"/>
          <p:cNvSpPr txBox="1"/>
          <p:nvPr>
            <p:ph idx="1" type="body"/>
          </p:nvPr>
        </p:nvSpPr>
        <p:spPr>
          <a:xfrm>
            <a:off x="507456" y="1519301"/>
            <a:ext cx="4782300" cy="3090600"/>
          </a:xfrm>
          <a:prstGeom prst="rect">
            <a:avLst/>
          </a:prstGeom>
        </p:spPr>
        <p:txBody>
          <a:bodyPr anchorCtr="0" anchor="t" bIns="0" lIns="0" spcFirstLastPara="1" rIns="0" wrap="square" tIns="0">
            <a:normAutofit/>
          </a:bodyPr>
          <a:lstStyle>
            <a:lvl1pPr indent="-406400" lvl="0" marL="457200">
              <a:spcBef>
                <a:spcPts val="1000"/>
              </a:spcBef>
              <a:spcAft>
                <a:spcPts val="0"/>
              </a:spcAft>
              <a:buSzPts val="2800"/>
              <a:buChar char="•"/>
              <a:defRPr/>
            </a:lvl1pPr>
            <a:lvl2pPr indent="-381000" lvl="1" marL="914400">
              <a:spcBef>
                <a:spcPts val="500"/>
              </a:spcBef>
              <a:spcAft>
                <a:spcPts val="0"/>
              </a:spcAft>
              <a:buSzPts val="2400"/>
              <a:buChar char="•"/>
              <a:defRPr/>
            </a:lvl2pPr>
            <a:lvl3pPr indent="-355600" lvl="2" marL="1371600">
              <a:spcBef>
                <a:spcPts val="500"/>
              </a:spcBef>
              <a:spcAft>
                <a:spcPts val="0"/>
              </a:spcAft>
              <a:buSzPts val="2000"/>
              <a:buChar char="•"/>
              <a:defRPr/>
            </a:lvl3pPr>
            <a:lvl4pPr indent="-342900" lvl="3" marL="1828800">
              <a:spcBef>
                <a:spcPts val="500"/>
              </a:spcBef>
              <a:spcAft>
                <a:spcPts val="0"/>
              </a:spcAft>
              <a:buSzPts val="1800"/>
              <a:buChar char="•"/>
              <a:defRPr/>
            </a:lvl4pPr>
            <a:lvl5pPr indent="-342900" lvl="4" marL="2286000">
              <a:spcBef>
                <a:spcPts val="500"/>
              </a:spcBef>
              <a:spcAft>
                <a:spcPts val="0"/>
              </a:spcAft>
              <a:buSzPts val="1800"/>
              <a:buChar char="•"/>
              <a:defRPr/>
            </a:lvl5pPr>
            <a:lvl6pPr indent="-342900" lvl="5" marL="2743200">
              <a:spcBef>
                <a:spcPts val="500"/>
              </a:spcBef>
              <a:spcAft>
                <a:spcPts val="0"/>
              </a:spcAft>
              <a:buSzPts val="1800"/>
              <a:buChar char="•"/>
              <a:defRPr/>
            </a:lvl6pPr>
            <a:lvl7pPr indent="-342900" lvl="6" marL="3200400">
              <a:spcBef>
                <a:spcPts val="500"/>
              </a:spcBef>
              <a:spcAft>
                <a:spcPts val="0"/>
              </a:spcAft>
              <a:buSzPts val="1800"/>
              <a:buChar char="•"/>
              <a:defRPr/>
            </a:lvl7pPr>
            <a:lvl8pPr indent="-342900" lvl="7" marL="3657600">
              <a:spcBef>
                <a:spcPts val="500"/>
              </a:spcBef>
              <a:spcAft>
                <a:spcPts val="0"/>
              </a:spcAft>
              <a:buSzPts val="1800"/>
              <a:buChar char="•"/>
              <a:defRPr/>
            </a:lvl8pPr>
            <a:lvl9pPr indent="-342900" lvl="8" marL="4114800">
              <a:spcBef>
                <a:spcPts val="500"/>
              </a:spcBef>
              <a:spcAft>
                <a:spcPts val="0"/>
              </a:spcAft>
              <a:buSzPts val="1800"/>
              <a:buChar char="•"/>
              <a:defRPr/>
            </a:lvl9pPr>
          </a:lstStyle>
          <a:p/>
        </p:txBody>
      </p:sp>
      <p:sp>
        <p:nvSpPr>
          <p:cNvPr id="69" name="Google Shape;69;p13"/>
          <p:cNvSpPr/>
          <p:nvPr>
            <p:ph idx="2" type="pic"/>
          </p:nvPr>
        </p:nvSpPr>
        <p:spPr>
          <a:xfrm>
            <a:off x="5545950" y="1519300"/>
            <a:ext cx="3090600" cy="3090600"/>
          </a:xfrm>
          <a:prstGeom prst="roundRect">
            <a:avLst>
              <a:gd fmla="val 50000" name="adj"/>
            </a:avLst>
          </a:prstGeom>
          <a:noFill/>
          <a:ln>
            <a:noFill/>
          </a:ln>
        </p:spPr>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enerated Slide 1_1_1_TITLEANDBULLETS_F">
  <p:cSld name="TITLE_AND_BODY_2_1_1_1_1_1_1_1_1">
    <p:spTree>
      <p:nvGrpSpPr>
        <p:cNvPr id="70" name="Shape 70"/>
        <p:cNvGrpSpPr/>
        <p:nvPr/>
      </p:nvGrpSpPr>
      <p:grpSpPr>
        <a:xfrm>
          <a:off x="0" y="0"/>
          <a:ext cx="0" cy="0"/>
          <a:chOff x="0" y="0"/>
          <a:chExt cx="0" cy="0"/>
        </a:xfrm>
      </p:grpSpPr>
      <p:sp>
        <p:nvSpPr>
          <p:cNvPr id="71" name="Google Shape;71;p14"/>
          <p:cNvSpPr txBox="1"/>
          <p:nvPr>
            <p:ph type="title"/>
          </p:nvPr>
        </p:nvSpPr>
        <p:spPr>
          <a:xfrm>
            <a:off x="350350" y="226400"/>
            <a:ext cx="3505500" cy="1094400"/>
          </a:xfrm>
          <a:prstGeom prst="rect">
            <a:avLst/>
          </a:prstGeom>
        </p:spPr>
        <p:txBody>
          <a:bodyPr anchorCtr="0" anchor="t" bIns="0" lIns="0" spcFirstLastPara="1" rIns="0" wrap="square" tIns="0">
            <a:normAutofit/>
          </a:bodyPr>
          <a:lstStyle>
            <a:lvl1pPr lvl="0">
              <a:spcBef>
                <a:spcPts val="0"/>
              </a:spcBef>
              <a:spcAft>
                <a:spcPts val="0"/>
              </a:spcAft>
              <a:buSzPts val="3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2" name="Google Shape;72;p14"/>
          <p:cNvSpPr txBox="1"/>
          <p:nvPr>
            <p:ph idx="1" type="body"/>
          </p:nvPr>
        </p:nvSpPr>
        <p:spPr>
          <a:xfrm>
            <a:off x="350350" y="1598500"/>
            <a:ext cx="3505500" cy="3318600"/>
          </a:xfrm>
          <a:prstGeom prst="rect">
            <a:avLst/>
          </a:prstGeom>
          <a:ln>
            <a:noFill/>
          </a:ln>
        </p:spPr>
        <p:txBody>
          <a:bodyPr anchorCtr="0" anchor="t" bIns="0" lIns="0" spcFirstLastPara="1" rIns="0" wrap="square" tIns="0">
            <a:normAutofit/>
          </a:bodyPr>
          <a:lstStyle>
            <a:lvl1pPr indent="-406400" lvl="0" marL="457200">
              <a:spcBef>
                <a:spcPts val="1000"/>
              </a:spcBef>
              <a:spcAft>
                <a:spcPts val="0"/>
              </a:spcAft>
              <a:buSzPts val="2800"/>
              <a:buChar char="•"/>
              <a:defRPr/>
            </a:lvl1pPr>
            <a:lvl2pPr indent="-381000" lvl="1" marL="914400">
              <a:spcBef>
                <a:spcPts val="500"/>
              </a:spcBef>
              <a:spcAft>
                <a:spcPts val="0"/>
              </a:spcAft>
              <a:buSzPts val="2400"/>
              <a:buChar char="•"/>
              <a:defRPr/>
            </a:lvl2pPr>
            <a:lvl3pPr indent="-355600" lvl="2" marL="1371600">
              <a:spcBef>
                <a:spcPts val="500"/>
              </a:spcBef>
              <a:spcAft>
                <a:spcPts val="0"/>
              </a:spcAft>
              <a:buSzPts val="2000"/>
              <a:buChar char="•"/>
              <a:defRPr/>
            </a:lvl3pPr>
            <a:lvl4pPr indent="-342900" lvl="3" marL="1828800">
              <a:spcBef>
                <a:spcPts val="500"/>
              </a:spcBef>
              <a:spcAft>
                <a:spcPts val="0"/>
              </a:spcAft>
              <a:buSzPts val="1800"/>
              <a:buChar char="•"/>
              <a:defRPr/>
            </a:lvl4pPr>
            <a:lvl5pPr indent="-342900" lvl="4" marL="2286000">
              <a:spcBef>
                <a:spcPts val="500"/>
              </a:spcBef>
              <a:spcAft>
                <a:spcPts val="0"/>
              </a:spcAft>
              <a:buSzPts val="1800"/>
              <a:buChar char="•"/>
              <a:defRPr/>
            </a:lvl5pPr>
            <a:lvl6pPr indent="-342900" lvl="5" marL="2743200">
              <a:spcBef>
                <a:spcPts val="500"/>
              </a:spcBef>
              <a:spcAft>
                <a:spcPts val="0"/>
              </a:spcAft>
              <a:buSzPts val="1800"/>
              <a:buChar char="•"/>
              <a:defRPr/>
            </a:lvl6pPr>
            <a:lvl7pPr indent="-342900" lvl="6" marL="3200400">
              <a:spcBef>
                <a:spcPts val="500"/>
              </a:spcBef>
              <a:spcAft>
                <a:spcPts val="0"/>
              </a:spcAft>
              <a:buSzPts val="1800"/>
              <a:buChar char="•"/>
              <a:defRPr/>
            </a:lvl7pPr>
            <a:lvl8pPr indent="-342900" lvl="7" marL="3657600">
              <a:spcBef>
                <a:spcPts val="500"/>
              </a:spcBef>
              <a:spcAft>
                <a:spcPts val="0"/>
              </a:spcAft>
              <a:buSzPts val="1800"/>
              <a:buChar char="•"/>
              <a:defRPr/>
            </a:lvl8pPr>
            <a:lvl9pPr indent="-342900" lvl="8" marL="4114800">
              <a:spcBef>
                <a:spcPts val="500"/>
              </a:spcBef>
              <a:spcAft>
                <a:spcPts val="0"/>
              </a:spcAft>
              <a:buSzPts val="1800"/>
              <a:buChar char="•"/>
              <a:defRPr/>
            </a:lvl9pPr>
          </a:lstStyle>
          <a:p/>
        </p:txBody>
      </p:sp>
      <p:sp>
        <p:nvSpPr>
          <p:cNvPr id="73" name="Google Shape;73;p14"/>
          <p:cNvSpPr/>
          <p:nvPr>
            <p:ph idx="2" type="pic"/>
          </p:nvPr>
        </p:nvSpPr>
        <p:spPr>
          <a:xfrm>
            <a:off x="4101622" y="226350"/>
            <a:ext cx="4690800" cy="4690800"/>
          </a:xfrm>
          <a:prstGeom prst="rect">
            <a:avLst/>
          </a:prstGeom>
          <a:noFill/>
          <a:ln>
            <a:noFill/>
          </a:ln>
        </p:spPr>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enerated Slide 1_1_1_TITLEANDBULLETS_G">
  <p:cSld name="TITLE_AND_BODY_2_1_1_1_1_1_1_1_1_1">
    <p:spTree>
      <p:nvGrpSpPr>
        <p:cNvPr id="74" name="Shape 74"/>
        <p:cNvGrpSpPr/>
        <p:nvPr/>
      </p:nvGrpSpPr>
      <p:grpSpPr>
        <a:xfrm>
          <a:off x="0" y="0"/>
          <a:ext cx="0" cy="0"/>
          <a:chOff x="0" y="0"/>
          <a:chExt cx="0" cy="0"/>
        </a:xfrm>
      </p:grpSpPr>
      <p:sp>
        <p:nvSpPr>
          <p:cNvPr id="75" name="Google Shape;75;p15"/>
          <p:cNvSpPr/>
          <p:nvPr>
            <p:ph idx="2" type="pic"/>
          </p:nvPr>
        </p:nvSpPr>
        <p:spPr>
          <a:xfrm>
            <a:off x="507438" y="1534500"/>
            <a:ext cx="3090600" cy="3090600"/>
          </a:xfrm>
          <a:prstGeom prst="rect">
            <a:avLst/>
          </a:prstGeom>
          <a:noFill/>
          <a:ln>
            <a:noFill/>
          </a:ln>
        </p:spPr>
      </p:sp>
      <p:sp>
        <p:nvSpPr>
          <p:cNvPr id="76" name="Google Shape;76;p15"/>
          <p:cNvSpPr txBox="1"/>
          <p:nvPr>
            <p:ph type="title"/>
          </p:nvPr>
        </p:nvSpPr>
        <p:spPr>
          <a:xfrm>
            <a:off x="507450" y="331400"/>
            <a:ext cx="8129100" cy="796200"/>
          </a:xfrm>
          <a:prstGeom prst="rect">
            <a:avLst/>
          </a:prstGeom>
        </p:spPr>
        <p:txBody>
          <a:bodyPr anchorCtr="0" anchor="ctr" bIns="0" lIns="0" spcFirstLastPara="1" rIns="0" wrap="square" tIns="0">
            <a:normAutofit/>
          </a:bodyPr>
          <a:lstStyle>
            <a:lvl1pPr lvl="0">
              <a:spcBef>
                <a:spcPts val="0"/>
              </a:spcBef>
              <a:spcAft>
                <a:spcPts val="0"/>
              </a:spcAft>
              <a:buSzPts val="3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7" name="Google Shape;77;p15"/>
          <p:cNvSpPr txBox="1"/>
          <p:nvPr>
            <p:ph idx="1" type="body"/>
          </p:nvPr>
        </p:nvSpPr>
        <p:spPr>
          <a:xfrm>
            <a:off x="3854182" y="1519301"/>
            <a:ext cx="4782300" cy="3090600"/>
          </a:xfrm>
          <a:prstGeom prst="rect">
            <a:avLst/>
          </a:prstGeom>
        </p:spPr>
        <p:txBody>
          <a:bodyPr anchorCtr="0" anchor="t" bIns="0" lIns="0" spcFirstLastPara="1" rIns="0" wrap="square" tIns="0">
            <a:normAutofit/>
          </a:bodyPr>
          <a:lstStyle>
            <a:lvl1pPr indent="-406400" lvl="0" marL="457200">
              <a:spcBef>
                <a:spcPts val="1000"/>
              </a:spcBef>
              <a:spcAft>
                <a:spcPts val="0"/>
              </a:spcAft>
              <a:buSzPts val="2800"/>
              <a:buChar char="•"/>
              <a:defRPr/>
            </a:lvl1pPr>
            <a:lvl2pPr indent="-381000" lvl="1" marL="914400">
              <a:spcBef>
                <a:spcPts val="500"/>
              </a:spcBef>
              <a:spcAft>
                <a:spcPts val="0"/>
              </a:spcAft>
              <a:buSzPts val="2400"/>
              <a:buChar char="•"/>
              <a:defRPr/>
            </a:lvl2pPr>
            <a:lvl3pPr indent="-355600" lvl="2" marL="1371600">
              <a:spcBef>
                <a:spcPts val="500"/>
              </a:spcBef>
              <a:spcAft>
                <a:spcPts val="0"/>
              </a:spcAft>
              <a:buSzPts val="2000"/>
              <a:buChar char="•"/>
              <a:defRPr/>
            </a:lvl3pPr>
            <a:lvl4pPr indent="-342900" lvl="3" marL="1828800">
              <a:spcBef>
                <a:spcPts val="500"/>
              </a:spcBef>
              <a:spcAft>
                <a:spcPts val="0"/>
              </a:spcAft>
              <a:buSzPts val="1800"/>
              <a:buChar char="•"/>
              <a:defRPr/>
            </a:lvl4pPr>
            <a:lvl5pPr indent="-342900" lvl="4" marL="2286000">
              <a:spcBef>
                <a:spcPts val="500"/>
              </a:spcBef>
              <a:spcAft>
                <a:spcPts val="0"/>
              </a:spcAft>
              <a:buSzPts val="1800"/>
              <a:buChar char="•"/>
              <a:defRPr/>
            </a:lvl5pPr>
            <a:lvl6pPr indent="-342900" lvl="5" marL="2743200">
              <a:spcBef>
                <a:spcPts val="500"/>
              </a:spcBef>
              <a:spcAft>
                <a:spcPts val="0"/>
              </a:spcAft>
              <a:buSzPts val="1800"/>
              <a:buChar char="•"/>
              <a:defRPr/>
            </a:lvl6pPr>
            <a:lvl7pPr indent="-342900" lvl="6" marL="3200400">
              <a:spcBef>
                <a:spcPts val="500"/>
              </a:spcBef>
              <a:spcAft>
                <a:spcPts val="0"/>
              </a:spcAft>
              <a:buSzPts val="1800"/>
              <a:buChar char="•"/>
              <a:defRPr/>
            </a:lvl7pPr>
            <a:lvl8pPr indent="-342900" lvl="7" marL="3657600">
              <a:spcBef>
                <a:spcPts val="500"/>
              </a:spcBef>
              <a:spcAft>
                <a:spcPts val="0"/>
              </a:spcAft>
              <a:buSzPts val="1800"/>
              <a:buChar char="•"/>
              <a:defRPr/>
            </a:lvl8pPr>
            <a:lvl9pPr indent="-342900" lvl="8" marL="4114800">
              <a:spcBef>
                <a:spcPts val="500"/>
              </a:spcBef>
              <a:spcAft>
                <a:spcPts val="0"/>
              </a:spcAft>
              <a:buSzPts val="1800"/>
              <a:buChar char="•"/>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enerated Slide 1_1_1_TITLEANDBULLETS_H">
  <p:cSld name="TITLE_AND_BODY_2_1_1_1_1_1_1_1_1_1_1">
    <p:spTree>
      <p:nvGrpSpPr>
        <p:cNvPr id="78" name="Shape 78"/>
        <p:cNvGrpSpPr/>
        <p:nvPr/>
      </p:nvGrpSpPr>
      <p:grpSpPr>
        <a:xfrm>
          <a:off x="0" y="0"/>
          <a:ext cx="0" cy="0"/>
          <a:chOff x="0" y="0"/>
          <a:chExt cx="0" cy="0"/>
        </a:xfrm>
      </p:grpSpPr>
      <p:sp>
        <p:nvSpPr>
          <p:cNvPr id="79" name="Google Shape;79;p16"/>
          <p:cNvSpPr/>
          <p:nvPr>
            <p:ph idx="2" type="pic"/>
          </p:nvPr>
        </p:nvSpPr>
        <p:spPr>
          <a:xfrm>
            <a:off x="5545938" y="1519300"/>
            <a:ext cx="3090600" cy="3090600"/>
          </a:xfrm>
          <a:prstGeom prst="rect">
            <a:avLst/>
          </a:prstGeom>
          <a:noFill/>
          <a:ln>
            <a:noFill/>
          </a:ln>
        </p:spPr>
      </p:sp>
      <p:sp>
        <p:nvSpPr>
          <p:cNvPr id="80" name="Google Shape;80;p16"/>
          <p:cNvSpPr txBox="1"/>
          <p:nvPr>
            <p:ph type="title"/>
          </p:nvPr>
        </p:nvSpPr>
        <p:spPr>
          <a:xfrm>
            <a:off x="507450" y="331400"/>
            <a:ext cx="8129100" cy="796200"/>
          </a:xfrm>
          <a:prstGeom prst="rect">
            <a:avLst/>
          </a:prstGeom>
        </p:spPr>
        <p:txBody>
          <a:bodyPr anchorCtr="0" anchor="ctr" bIns="0" lIns="0" spcFirstLastPara="1" rIns="0" wrap="square" tIns="0">
            <a:normAutofit/>
          </a:bodyPr>
          <a:lstStyle>
            <a:lvl1pPr lvl="0">
              <a:spcBef>
                <a:spcPts val="0"/>
              </a:spcBef>
              <a:spcAft>
                <a:spcPts val="0"/>
              </a:spcAft>
              <a:buSzPts val="3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1" name="Google Shape;81;p16"/>
          <p:cNvSpPr txBox="1"/>
          <p:nvPr>
            <p:ph idx="1" type="body"/>
          </p:nvPr>
        </p:nvSpPr>
        <p:spPr>
          <a:xfrm>
            <a:off x="507456" y="1519301"/>
            <a:ext cx="4782300" cy="3090600"/>
          </a:xfrm>
          <a:prstGeom prst="rect">
            <a:avLst/>
          </a:prstGeom>
        </p:spPr>
        <p:txBody>
          <a:bodyPr anchorCtr="0" anchor="t" bIns="0" lIns="0" spcFirstLastPara="1" rIns="0" wrap="square" tIns="0">
            <a:normAutofit/>
          </a:bodyPr>
          <a:lstStyle>
            <a:lvl1pPr indent="-406400" lvl="0" marL="457200">
              <a:spcBef>
                <a:spcPts val="1000"/>
              </a:spcBef>
              <a:spcAft>
                <a:spcPts val="0"/>
              </a:spcAft>
              <a:buSzPts val="2800"/>
              <a:buChar char="•"/>
              <a:defRPr/>
            </a:lvl1pPr>
            <a:lvl2pPr indent="-381000" lvl="1" marL="914400">
              <a:spcBef>
                <a:spcPts val="500"/>
              </a:spcBef>
              <a:spcAft>
                <a:spcPts val="0"/>
              </a:spcAft>
              <a:buSzPts val="2400"/>
              <a:buChar char="•"/>
              <a:defRPr/>
            </a:lvl2pPr>
            <a:lvl3pPr indent="-355600" lvl="2" marL="1371600">
              <a:spcBef>
                <a:spcPts val="500"/>
              </a:spcBef>
              <a:spcAft>
                <a:spcPts val="0"/>
              </a:spcAft>
              <a:buSzPts val="2000"/>
              <a:buChar char="•"/>
              <a:defRPr/>
            </a:lvl3pPr>
            <a:lvl4pPr indent="-342900" lvl="3" marL="1828800">
              <a:spcBef>
                <a:spcPts val="500"/>
              </a:spcBef>
              <a:spcAft>
                <a:spcPts val="0"/>
              </a:spcAft>
              <a:buSzPts val="1800"/>
              <a:buChar char="•"/>
              <a:defRPr/>
            </a:lvl4pPr>
            <a:lvl5pPr indent="-342900" lvl="4" marL="2286000">
              <a:spcBef>
                <a:spcPts val="500"/>
              </a:spcBef>
              <a:spcAft>
                <a:spcPts val="0"/>
              </a:spcAft>
              <a:buSzPts val="1800"/>
              <a:buChar char="•"/>
              <a:defRPr/>
            </a:lvl5pPr>
            <a:lvl6pPr indent="-342900" lvl="5" marL="2743200">
              <a:spcBef>
                <a:spcPts val="500"/>
              </a:spcBef>
              <a:spcAft>
                <a:spcPts val="0"/>
              </a:spcAft>
              <a:buSzPts val="1800"/>
              <a:buChar char="•"/>
              <a:defRPr/>
            </a:lvl6pPr>
            <a:lvl7pPr indent="-342900" lvl="6" marL="3200400">
              <a:spcBef>
                <a:spcPts val="500"/>
              </a:spcBef>
              <a:spcAft>
                <a:spcPts val="0"/>
              </a:spcAft>
              <a:buSzPts val="1800"/>
              <a:buChar char="•"/>
              <a:defRPr/>
            </a:lvl7pPr>
            <a:lvl8pPr indent="-342900" lvl="7" marL="3657600">
              <a:spcBef>
                <a:spcPts val="500"/>
              </a:spcBef>
              <a:spcAft>
                <a:spcPts val="0"/>
              </a:spcAft>
              <a:buSzPts val="1800"/>
              <a:buChar char="•"/>
              <a:defRPr/>
            </a:lvl8pPr>
            <a:lvl9pPr indent="-342900" lvl="8" marL="4114800">
              <a:spcBef>
                <a:spcPts val="500"/>
              </a:spcBef>
              <a:spcAft>
                <a:spcPts val="0"/>
              </a:spcAft>
              <a:buSzPts val="1800"/>
              <a:buChar char="•"/>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9.xml"/><Relationship Id="rId10" Type="http://schemas.openxmlformats.org/officeDocument/2006/relationships/slideLayout" Target="../slideLayouts/slideLayout8.xml"/><Relationship Id="rId13" Type="http://schemas.openxmlformats.org/officeDocument/2006/relationships/slideLayout" Target="../slideLayouts/slideLayout11.xml"/><Relationship Id="rId12" Type="http://schemas.openxmlformats.org/officeDocument/2006/relationships/slideLayout" Target="../slideLayouts/slideLayout10.xml"/><Relationship Id="rId1" Type="http://schemas.openxmlformats.org/officeDocument/2006/relationships/hyperlink" Target="http://www.iiitdm.ac.in/" TargetMode="External"/><Relationship Id="rId2" Type="http://schemas.openxmlformats.org/officeDocument/2006/relationships/image" Target="../media/image1.png"/><Relationship Id="rId3" Type="http://schemas.openxmlformats.org/officeDocument/2006/relationships/slideLayout" Target="../slideLayouts/slideLayout1.xml"/><Relationship Id="rId4" Type="http://schemas.openxmlformats.org/officeDocument/2006/relationships/slideLayout" Target="../slideLayouts/slideLayout2.xml"/><Relationship Id="rId9" Type="http://schemas.openxmlformats.org/officeDocument/2006/relationships/slideLayout" Target="../slideLayouts/slideLayout7.xml"/><Relationship Id="rId15" Type="http://schemas.openxmlformats.org/officeDocument/2006/relationships/slideLayout" Target="../slideLayouts/slideLayout13.xml"/><Relationship Id="rId14" Type="http://schemas.openxmlformats.org/officeDocument/2006/relationships/slideLayout" Target="../slideLayouts/slideLayout12.xml"/><Relationship Id="rId17" Type="http://schemas.openxmlformats.org/officeDocument/2006/relationships/slideLayout" Target="../slideLayouts/slideLayout15.xml"/><Relationship Id="rId16" Type="http://schemas.openxmlformats.org/officeDocument/2006/relationships/slideLayout" Target="../slideLayouts/slideLayout14.xml"/><Relationship Id="rId5" Type="http://schemas.openxmlformats.org/officeDocument/2006/relationships/slideLayout" Target="../slideLayouts/slideLayout3.xml"/><Relationship Id="rId6" Type="http://schemas.openxmlformats.org/officeDocument/2006/relationships/slideLayout" Target="../slideLayouts/slideLayout4.xml"/><Relationship Id="rId18" Type="http://schemas.openxmlformats.org/officeDocument/2006/relationships/theme" Target="../theme/theme1.xml"/><Relationship Id="rId7" Type="http://schemas.openxmlformats.org/officeDocument/2006/relationships/slideLayout" Target="../slideLayouts/slideLayout5.xml"/><Relationship Id="rId8"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p:nvPr/>
        </p:nvSpPr>
        <p:spPr>
          <a:xfrm>
            <a:off x="0" y="6108732"/>
            <a:ext cx="12192000" cy="749400"/>
          </a:xfrm>
          <a:prstGeom prst="rect">
            <a:avLst/>
          </a:prstGeom>
          <a:solidFill>
            <a:srgbClr val="214B8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1" name="Google Shape;11;p1"/>
          <p:cNvSpPr txBox="1"/>
          <p:nvPr>
            <p:ph type="title"/>
          </p:nvPr>
        </p:nvSpPr>
        <p:spPr>
          <a:xfrm>
            <a:off x="838200" y="365126"/>
            <a:ext cx="10515600" cy="942900"/>
          </a:xfrm>
          <a:prstGeom prst="rect">
            <a:avLst/>
          </a:prstGeom>
          <a:noFill/>
          <a:ln>
            <a:noFill/>
          </a:ln>
        </p:spPr>
        <p:txBody>
          <a:bodyPr anchorCtr="0" anchor="ctr" bIns="45700" lIns="91425" spcFirstLastPara="1" rIns="91425" wrap="square" tIns="45700">
            <a:noAutofit/>
          </a:bodyPr>
          <a:lstStyle>
            <a:lvl1pPr lvl="0" marR="0" rtl="0" algn="l">
              <a:lnSpc>
                <a:spcPct val="90000"/>
              </a:lnSpc>
              <a:spcBef>
                <a:spcPts val="0"/>
              </a:spcBef>
              <a:spcAft>
                <a:spcPts val="0"/>
              </a:spcAft>
              <a:buClr>
                <a:srgbClr val="214B8C"/>
              </a:buClr>
              <a:buSzPts val="3600"/>
              <a:buFont typeface="Bookman Old Style"/>
              <a:buNone/>
              <a:defRPr b="0" i="0" sz="3600" u="none" cap="none" strike="noStrike">
                <a:solidFill>
                  <a:srgbClr val="214B8C"/>
                </a:solidFill>
                <a:latin typeface="Bookman Old Style"/>
                <a:ea typeface="Bookman Old Style"/>
                <a:cs typeface="Bookman Old Style"/>
                <a:sym typeface="Bookman Old Style"/>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2" name="Google Shape;12;p1"/>
          <p:cNvSpPr txBox="1"/>
          <p:nvPr>
            <p:ph idx="1" type="body"/>
          </p:nvPr>
        </p:nvSpPr>
        <p:spPr>
          <a:xfrm>
            <a:off x="838200" y="1511107"/>
            <a:ext cx="10515600" cy="43689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3" name="Google Shape;13;p1"/>
          <p:cNvSpPr txBox="1"/>
          <p:nvPr>
            <p:ph idx="12" type="sldNum"/>
          </p:nvPr>
        </p:nvSpPr>
        <p:spPr>
          <a:xfrm>
            <a:off x="10393047" y="6311899"/>
            <a:ext cx="1500900" cy="36510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2400"/>
              <a:buFont typeface="Arial"/>
              <a:buNone/>
              <a:defRPr b="0" i="0" sz="2400" u="none" cap="none" strike="noStrike">
                <a:solidFill>
                  <a:schemeClr val="lt1"/>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2400"/>
              <a:buFont typeface="Arial"/>
              <a:buNone/>
              <a:defRPr b="0" i="0" sz="2400" u="none" cap="none" strike="noStrike">
                <a:solidFill>
                  <a:schemeClr val="lt1"/>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2400"/>
              <a:buFont typeface="Arial"/>
              <a:buNone/>
              <a:defRPr b="0" i="0" sz="2400" u="none" cap="none" strike="noStrike">
                <a:solidFill>
                  <a:schemeClr val="lt1"/>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2400"/>
              <a:buFont typeface="Arial"/>
              <a:buNone/>
              <a:defRPr b="0" i="0" sz="2400" u="none" cap="none" strike="noStrike">
                <a:solidFill>
                  <a:schemeClr val="lt1"/>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2400"/>
              <a:buFont typeface="Arial"/>
              <a:buNone/>
              <a:defRPr b="0" i="0" sz="2400" u="none" cap="none" strike="noStrike">
                <a:solidFill>
                  <a:schemeClr val="lt1"/>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2400"/>
              <a:buFont typeface="Arial"/>
              <a:buNone/>
              <a:defRPr b="0" i="0" sz="2400" u="none" cap="none" strike="noStrike">
                <a:solidFill>
                  <a:schemeClr val="lt1"/>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2400"/>
              <a:buFont typeface="Arial"/>
              <a:buNone/>
              <a:defRPr b="0" i="0" sz="2400" u="none" cap="none" strike="noStrike">
                <a:solidFill>
                  <a:schemeClr val="lt1"/>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2400"/>
              <a:buFont typeface="Arial"/>
              <a:buNone/>
              <a:defRPr b="0" i="0" sz="2400" u="none" cap="none" strike="noStrike">
                <a:solidFill>
                  <a:schemeClr val="lt1"/>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2400"/>
              <a:buFont typeface="Arial"/>
              <a:buNone/>
              <a:defRPr b="0" i="0" sz="24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IN"/>
              <a:t>‹#›</a:t>
            </a:fld>
            <a:endParaRPr/>
          </a:p>
        </p:txBody>
      </p:sp>
      <p:pic>
        <p:nvPicPr>
          <p:cNvPr id="14" name="Google Shape;14;p1">
            <a:hlinkClick r:id="rId1"/>
          </p:cNvPr>
          <p:cNvPicPr preferRelativeResize="0"/>
          <p:nvPr/>
        </p:nvPicPr>
        <p:blipFill rotWithShape="1">
          <a:blip r:embed="rId2">
            <a:alphaModFix/>
          </a:blip>
          <a:srcRect b="0" l="0" r="0" t="0"/>
          <a:stretch/>
        </p:blipFill>
        <p:spPr>
          <a:xfrm>
            <a:off x="115747" y="6184361"/>
            <a:ext cx="3239999" cy="598010"/>
          </a:xfrm>
          <a:prstGeom prst="rect">
            <a:avLst/>
          </a:prstGeom>
          <a:noFill/>
          <a:ln>
            <a:noFill/>
          </a:ln>
        </p:spPr>
      </p:pic>
      <p:cxnSp>
        <p:nvCxnSpPr>
          <p:cNvPr id="15" name="Google Shape;15;p1"/>
          <p:cNvCxnSpPr/>
          <p:nvPr/>
        </p:nvCxnSpPr>
        <p:spPr>
          <a:xfrm>
            <a:off x="3472405" y="6227180"/>
            <a:ext cx="0" cy="543900"/>
          </a:xfrm>
          <a:prstGeom prst="straightConnector1">
            <a:avLst/>
          </a:prstGeom>
          <a:noFill/>
          <a:ln cap="flat" cmpd="sng" w="9525">
            <a:solidFill>
              <a:schemeClr val="lt1"/>
            </a:solidFill>
            <a:prstDash val="solid"/>
            <a:miter lim="800000"/>
            <a:headEnd len="sm" w="sm" type="none"/>
            <a:tailEnd len="sm" w="sm" type="none"/>
          </a:ln>
        </p:spPr>
      </p:cxnSp>
    </p:spTree>
  </p:cSld>
  <p:clrMap accent1="accent1" accent2="accent2" accent3="accent3" accent4="accent4" accent5="accent5" accent6="accent6" bg1="lt1" bg2="dk2" tx1="dk1" tx2="lt2" folHlink="folHlink" hlink="hlink"/>
  <p:sldLayoutIdLst>
    <p:sldLayoutId id="2147483648" r:id="rId3"/>
    <p:sldLayoutId id="2147483649" r:id="rId4"/>
    <p:sldLayoutId id="2147483650" r:id="rId5"/>
    <p:sldLayoutId id="2147483651" r:id="rId6"/>
    <p:sldLayoutId id="2147483652" r:id="rId7"/>
    <p:sldLayoutId id="2147483653" r:id="rId8"/>
    <p:sldLayoutId id="2147483654" r:id="rId9"/>
    <p:sldLayoutId id="2147483655" r:id="rId10"/>
    <p:sldLayoutId id="2147483656" r:id="rId11"/>
    <p:sldLayoutId id="2147483657" r:id="rId12"/>
    <p:sldLayoutId id="2147483658" r:id="rId13"/>
    <p:sldLayoutId id="2147483659" r:id="rId14"/>
    <p:sldLayoutId id="2147483660" r:id="rId15"/>
    <p:sldLayoutId id="2147483661" r:id="rId16"/>
    <p:sldLayoutId id="2147483662" r:id="rId17"/>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5.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4.png"/><Relationship Id="rId6"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7"/>
          <p:cNvSpPr txBox="1"/>
          <p:nvPr>
            <p:ph type="ctrTitle"/>
          </p:nvPr>
        </p:nvSpPr>
        <p:spPr>
          <a:xfrm>
            <a:off x="1524000" y="485754"/>
            <a:ext cx="9144000" cy="2387700"/>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Clr>
                <a:schemeClr val="lt1"/>
              </a:buClr>
              <a:buSzPts val="5400"/>
              <a:buFont typeface="Bookman Old Style"/>
              <a:buNone/>
            </a:pPr>
            <a:r>
              <a:rPr lang="en-IN" sz="4100"/>
              <a:t>Asymmetric Privacy-Preserving Multi-Keyword Fuzzy Search over Encrypted Cloud Data using Multi-Probe LSH</a:t>
            </a:r>
            <a:endParaRPr sz="4700"/>
          </a:p>
        </p:txBody>
      </p:sp>
      <p:sp>
        <p:nvSpPr>
          <p:cNvPr id="87" name="Google Shape;87;p17"/>
          <p:cNvSpPr txBox="1"/>
          <p:nvPr>
            <p:ph idx="2" type="body"/>
          </p:nvPr>
        </p:nvSpPr>
        <p:spPr>
          <a:xfrm>
            <a:off x="209642" y="3267113"/>
            <a:ext cx="4862100" cy="13542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1800"/>
              <a:buNone/>
            </a:pPr>
            <a:r>
              <a:rPr lang="en-IN" sz="2800">
                <a:solidFill>
                  <a:schemeClr val="lt1"/>
                </a:solidFill>
              </a:rPr>
              <a:t>Shubh Khandelwal</a:t>
            </a:r>
            <a:endParaRPr/>
          </a:p>
          <a:p>
            <a:pPr indent="0" lvl="0" marL="0" rtl="0" algn="l">
              <a:lnSpc>
                <a:spcPct val="90000"/>
              </a:lnSpc>
              <a:spcBef>
                <a:spcPts val="0"/>
              </a:spcBef>
              <a:spcAft>
                <a:spcPts val="0"/>
              </a:spcAft>
              <a:buClr>
                <a:schemeClr val="dk1"/>
              </a:buClr>
              <a:buSzPts val="1800"/>
              <a:buNone/>
            </a:pPr>
            <a:r>
              <a:rPr lang="en-IN" sz="2800">
                <a:solidFill>
                  <a:schemeClr val="lt1"/>
                </a:solidFill>
              </a:rPr>
              <a:t>CS22B1090</a:t>
            </a:r>
            <a:endParaRPr sz="2800">
              <a:solidFill>
                <a:schemeClr val="lt1"/>
              </a:solidFill>
            </a:endParaRPr>
          </a:p>
        </p:txBody>
      </p:sp>
      <p:sp>
        <p:nvSpPr>
          <p:cNvPr id="88" name="Google Shape;88;p17"/>
          <p:cNvSpPr txBox="1"/>
          <p:nvPr/>
        </p:nvSpPr>
        <p:spPr>
          <a:xfrm>
            <a:off x="6896580" y="5322958"/>
            <a:ext cx="4862100" cy="135420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chemeClr val="dk1"/>
              </a:buClr>
              <a:buSzPts val="1800"/>
              <a:buFont typeface="Arial"/>
              <a:buNone/>
            </a:pPr>
            <a:r>
              <a:rPr lang="en-IN" sz="2800">
                <a:solidFill>
                  <a:schemeClr val="dk1"/>
                </a:solidFill>
              </a:rPr>
              <a:t>Dr. Sanjeet Kumar Nayak</a:t>
            </a:r>
            <a:endParaRPr b="0" i="0" sz="2800" u="none" cap="none" strike="noStrike">
              <a:solidFill>
                <a:schemeClr val="dk1"/>
              </a:solidFill>
              <a:latin typeface="Arial"/>
              <a:ea typeface="Arial"/>
              <a:cs typeface="Arial"/>
              <a:sym typeface="Arial"/>
            </a:endParaRPr>
          </a:p>
          <a:p>
            <a:pPr indent="0" lvl="0" marL="0" marR="0" rtl="0" algn="l">
              <a:lnSpc>
                <a:spcPct val="90000"/>
              </a:lnSpc>
              <a:spcBef>
                <a:spcPts val="0"/>
              </a:spcBef>
              <a:spcAft>
                <a:spcPts val="0"/>
              </a:spcAft>
              <a:buClr>
                <a:schemeClr val="dk1"/>
              </a:buClr>
              <a:buSzPts val="1800"/>
              <a:buFont typeface="Arial"/>
              <a:buNone/>
            </a:pPr>
            <a:r>
              <a:rPr b="0" i="0" lang="en-IN" sz="2400" u="none" cap="none" strike="noStrike">
                <a:solidFill>
                  <a:schemeClr val="dk1"/>
                </a:solidFill>
                <a:latin typeface="Arial"/>
                <a:ea typeface="Arial"/>
                <a:cs typeface="Arial"/>
                <a:sym typeface="Arial"/>
              </a:rPr>
              <a:t>Dept. of CSE, IIITDM Kancheepuram</a:t>
            </a:r>
            <a:endParaRPr b="0" i="0" sz="2400" u="none" cap="none" strike="noStrike">
              <a:solidFill>
                <a:schemeClr val="dk1"/>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18"/>
          <p:cNvSpPr txBox="1"/>
          <p:nvPr>
            <p:ph type="title"/>
          </p:nvPr>
        </p:nvSpPr>
        <p:spPr>
          <a:xfrm>
            <a:off x="838200" y="365126"/>
            <a:ext cx="10515600" cy="9432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SzPts val="1800"/>
              <a:buNone/>
            </a:pPr>
            <a:r>
              <a:rPr lang="en-IN"/>
              <a:t>Table of Contents</a:t>
            </a:r>
            <a:endParaRPr/>
          </a:p>
        </p:txBody>
      </p:sp>
      <p:sp>
        <p:nvSpPr>
          <p:cNvPr id="95" name="Google Shape;95;p18"/>
          <p:cNvSpPr txBox="1"/>
          <p:nvPr>
            <p:ph idx="1" type="body"/>
          </p:nvPr>
        </p:nvSpPr>
        <p:spPr>
          <a:xfrm>
            <a:off x="838200" y="1511107"/>
            <a:ext cx="10515600" cy="4368900"/>
          </a:xfrm>
          <a:prstGeom prst="rect">
            <a:avLst/>
          </a:prstGeom>
          <a:noFill/>
          <a:ln>
            <a:noFill/>
          </a:ln>
        </p:spPr>
        <p:txBody>
          <a:bodyPr anchorCtr="0" anchor="t" bIns="45700" lIns="91425" spcFirstLastPara="1" rIns="91425" wrap="square" tIns="45700">
            <a:noAutofit/>
          </a:bodyPr>
          <a:lstStyle/>
          <a:p>
            <a:pPr indent="-342900" lvl="0" marL="457200" rtl="0" algn="l">
              <a:lnSpc>
                <a:spcPct val="90000"/>
              </a:lnSpc>
              <a:spcBef>
                <a:spcPts val="1000"/>
              </a:spcBef>
              <a:spcAft>
                <a:spcPts val="0"/>
              </a:spcAft>
              <a:buSzPts val="1800"/>
              <a:buChar char="•"/>
            </a:pPr>
            <a:r>
              <a:rPr lang="en-IN"/>
              <a:t>Introduction  </a:t>
            </a:r>
            <a:endParaRPr/>
          </a:p>
          <a:p>
            <a:pPr indent="-342900" lvl="0" marL="457200" rtl="0" algn="l">
              <a:lnSpc>
                <a:spcPct val="90000"/>
              </a:lnSpc>
              <a:spcBef>
                <a:spcPts val="0"/>
              </a:spcBef>
              <a:spcAft>
                <a:spcPts val="0"/>
              </a:spcAft>
              <a:buSzPts val="1800"/>
              <a:buChar char="•"/>
            </a:pPr>
            <a:r>
              <a:rPr lang="en-IN"/>
              <a:t>Problem Definition</a:t>
            </a:r>
            <a:endParaRPr/>
          </a:p>
          <a:p>
            <a:pPr indent="-342900" lvl="0" marL="457200" rtl="0" algn="l">
              <a:lnSpc>
                <a:spcPct val="90000"/>
              </a:lnSpc>
              <a:spcBef>
                <a:spcPts val="0"/>
              </a:spcBef>
              <a:spcAft>
                <a:spcPts val="0"/>
              </a:spcAft>
              <a:buSzPts val="1800"/>
              <a:buChar char="•"/>
            </a:pPr>
            <a:r>
              <a:rPr lang="en-IN"/>
              <a:t>Literature Survey</a:t>
            </a:r>
            <a:endParaRPr/>
          </a:p>
          <a:p>
            <a:pPr indent="-342900" lvl="0" marL="457200" rtl="0" algn="l">
              <a:lnSpc>
                <a:spcPct val="90000"/>
              </a:lnSpc>
              <a:spcBef>
                <a:spcPts val="0"/>
              </a:spcBef>
              <a:spcAft>
                <a:spcPts val="0"/>
              </a:spcAft>
              <a:buSzPts val="1800"/>
              <a:buChar char="•"/>
            </a:pPr>
            <a:r>
              <a:rPr lang="en-IN"/>
              <a:t>Contribution </a:t>
            </a:r>
            <a:endParaRPr/>
          </a:p>
          <a:p>
            <a:pPr indent="-342900" lvl="0" marL="457200" rtl="0" algn="l">
              <a:lnSpc>
                <a:spcPct val="90000"/>
              </a:lnSpc>
              <a:spcBef>
                <a:spcPts val="0"/>
              </a:spcBef>
              <a:spcAft>
                <a:spcPts val="0"/>
              </a:spcAft>
              <a:buSzPts val="1800"/>
              <a:buChar char="•"/>
            </a:pPr>
            <a:r>
              <a:rPr lang="en-IN"/>
              <a:t>Progress/ Work done</a:t>
            </a:r>
            <a:endParaRPr/>
          </a:p>
          <a:p>
            <a:pPr indent="-342900" lvl="0" marL="457200" rtl="0" algn="l">
              <a:lnSpc>
                <a:spcPct val="90000"/>
              </a:lnSpc>
              <a:spcBef>
                <a:spcPts val="0"/>
              </a:spcBef>
              <a:spcAft>
                <a:spcPts val="0"/>
              </a:spcAft>
              <a:buSzPts val="1800"/>
              <a:buChar char="•"/>
            </a:pPr>
            <a:r>
              <a:rPr lang="en-IN"/>
              <a:t>Results/ Analysis</a:t>
            </a:r>
            <a:endParaRPr/>
          </a:p>
          <a:p>
            <a:pPr indent="-342900" lvl="0" marL="457200" rtl="0" algn="l">
              <a:lnSpc>
                <a:spcPct val="90000"/>
              </a:lnSpc>
              <a:spcBef>
                <a:spcPts val="0"/>
              </a:spcBef>
              <a:spcAft>
                <a:spcPts val="0"/>
              </a:spcAft>
              <a:buSzPts val="1800"/>
              <a:buChar char="•"/>
            </a:pPr>
            <a:r>
              <a:rPr lang="en-IN"/>
              <a:t>Prototype/ Products</a:t>
            </a:r>
            <a:endParaRPr/>
          </a:p>
          <a:p>
            <a:pPr indent="-342900" lvl="0" marL="457200" rtl="0" algn="l">
              <a:lnSpc>
                <a:spcPct val="90000"/>
              </a:lnSpc>
              <a:spcBef>
                <a:spcPts val="0"/>
              </a:spcBef>
              <a:spcAft>
                <a:spcPts val="0"/>
              </a:spcAft>
              <a:buSzPts val="1800"/>
              <a:buChar char="•"/>
            </a:pPr>
            <a:r>
              <a:rPr lang="en-IN"/>
              <a:t>Conclusion</a:t>
            </a:r>
            <a:endParaRPr/>
          </a:p>
          <a:p>
            <a:pPr indent="-342900" lvl="0" marL="457200" rtl="0" algn="l">
              <a:lnSpc>
                <a:spcPct val="90000"/>
              </a:lnSpc>
              <a:spcBef>
                <a:spcPts val="0"/>
              </a:spcBef>
              <a:spcAft>
                <a:spcPts val="0"/>
              </a:spcAft>
              <a:buSzPts val="1800"/>
              <a:buChar char="•"/>
            </a:pPr>
            <a:r>
              <a:rPr lang="en-IN"/>
              <a:t>Future Work</a:t>
            </a:r>
            <a:endParaRPr/>
          </a:p>
          <a:p>
            <a:pPr indent="-228600" lvl="0" marL="457200" rtl="0" algn="l">
              <a:lnSpc>
                <a:spcPct val="90000"/>
              </a:lnSpc>
              <a:spcBef>
                <a:spcPts val="0"/>
              </a:spcBef>
              <a:spcAft>
                <a:spcPts val="0"/>
              </a:spcAft>
              <a:buSzPts val="1800"/>
              <a:buNone/>
            </a:pPr>
            <a:r>
              <a:t/>
            </a:r>
            <a:endParaRPr/>
          </a:p>
        </p:txBody>
      </p:sp>
      <p:sp>
        <p:nvSpPr>
          <p:cNvPr id="96" name="Google Shape;96;p18"/>
          <p:cNvSpPr txBox="1"/>
          <p:nvPr>
            <p:ph idx="12" type="sldNum"/>
          </p:nvPr>
        </p:nvSpPr>
        <p:spPr>
          <a:xfrm>
            <a:off x="10370916" y="6311899"/>
            <a:ext cx="1523100" cy="365100"/>
          </a:xfrm>
          <a:prstGeom prst="rect">
            <a:avLst/>
          </a:prstGeom>
          <a:noFill/>
          <a:ln>
            <a:noFill/>
          </a:ln>
        </p:spPr>
        <p:txBody>
          <a:bodyPr anchorCtr="0" anchor="ctr" bIns="45700" lIns="90000" spcFirstLastPara="1" rIns="91425" wrap="square" tIns="45700">
            <a:noAutofit/>
          </a:bodyPr>
          <a:lstStyle/>
          <a:p>
            <a:pPr indent="0" lvl="0" marL="0" rtl="0" algn="r">
              <a:lnSpc>
                <a:spcPct val="100000"/>
              </a:lnSpc>
              <a:spcBef>
                <a:spcPts val="0"/>
              </a:spcBef>
              <a:spcAft>
                <a:spcPts val="0"/>
              </a:spcAft>
              <a:buClr>
                <a:srgbClr val="000000"/>
              </a:buClr>
              <a:buSzPts val="2400"/>
              <a:buFont typeface="Arial"/>
              <a:buNone/>
            </a:pPr>
            <a:fld id="{00000000-1234-1234-1234-123412341234}" type="slidenum">
              <a:rPr lang="en-IN"/>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19"/>
          <p:cNvSpPr txBox="1"/>
          <p:nvPr>
            <p:ph type="title"/>
          </p:nvPr>
        </p:nvSpPr>
        <p:spPr>
          <a:xfrm>
            <a:off x="838200" y="365126"/>
            <a:ext cx="10515600" cy="9432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SzPts val="1800"/>
              <a:buNone/>
            </a:pPr>
            <a:r>
              <a:rPr lang="en-IN"/>
              <a:t>Introduction</a:t>
            </a:r>
            <a:endParaRPr/>
          </a:p>
        </p:txBody>
      </p:sp>
      <p:sp>
        <p:nvSpPr>
          <p:cNvPr id="103" name="Google Shape;103;p19"/>
          <p:cNvSpPr txBox="1"/>
          <p:nvPr>
            <p:ph idx="1" type="body"/>
          </p:nvPr>
        </p:nvSpPr>
        <p:spPr>
          <a:xfrm>
            <a:off x="838200" y="1511100"/>
            <a:ext cx="6179700" cy="3817500"/>
          </a:xfrm>
          <a:prstGeom prst="rect">
            <a:avLst/>
          </a:prstGeom>
          <a:noFill/>
          <a:ln>
            <a:noFill/>
          </a:ln>
        </p:spPr>
        <p:txBody>
          <a:bodyPr anchorCtr="0" anchor="t" bIns="45700" lIns="91425" spcFirstLastPara="1" rIns="91425" wrap="square" tIns="45700">
            <a:noAutofit/>
          </a:bodyPr>
          <a:lstStyle/>
          <a:p>
            <a:pPr indent="-406400" lvl="0" marL="457200" rtl="0" algn="l">
              <a:spcBef>
                <a:spcPts val="1000"/>
              </a:spcBef>
              <a:spcAft>
                <a:spcPts val="0"/>
              </a:spcAft>
              <a:buSzPts val="2800"/>
              <a:buChar char="•"/>
            </a:pPr>
            <a:r>
              <a:rPr lang="en-IN"/>
              <a:t>Cloud computing requires keyword search over encrypted data</a:t>
            </a:r>
            <a:endParaRPr/>
          </a:p>
          <a:p>
            <a:pPr indent="-406400" lvl="0" marL="457200" rtl="0" algn="l">
              <a:spcBef>
                <a:spcPts val="1000"/>
              </a:spcBef>
              <a:spcAft>
                <a:spcPts val="0"/>
              </a:spcAft>
              <a:buSzPts val="2800"/>
              <a:buChar char="•"/>
            </a:pPr>
            <a:r>
              <a:rPr lang="en-IN"/>
              <a:t>Traditional encryption makes data retrieval entirely unfeasible</a:t>
            </a:r>
            <a:endParaRPr/>
          </a:p>
          <a:p>
            <a:pPr indent="-406400" lvl="0" marL="457200" rtl="0" algn="l">
              <a:spcBef>
                <a:spcPts val="1000"/>
              </a:spcBef>
              <a:spcAft>
                <a:spcPts val="0"/>
              </a:spcAft>
              <a:buSzPts val="2800"/>
              <a:buChar char="•"/>
            </a:pPr>
            <a:r>
              <a:rPr lang="en-IN"/>
              <a:t>Existing symmetric schemes have key management bottlenecks</a:t>
            </a:r>
            <a:endParaRPr/>
          </a:p>
          <a:p>
            <a:pPr indent="-406400" lvl="0" marL="457200" rtl="0" algn="l">
              <a:spcBef>
                <a:spcPts val="1000"/>
              </a:spcBef>
              <a:spcAft>
                <a:spcPts val="0"/>
              </a:spcAft>
              <a:buSzPts val="2800"/>
              <a:buChar char="•"/>
            </a:pPr>
            <a:r>
              <a:rPr lang="en-IN"/>
              <a:t>Asymmetric cryptography provides flexible, multi-user access control</a:t>
            </a:r>
            <a:endParaRPr sz="2400"/>
          </a:p>
        </p:txBody>
      </p:sp>
      <p:sp>
        <p:nvSpPr>
          <p:cNvPr id="104" name="Google Shape;104;p19"/>
          <p:cNvSpPr txBox="1"/>
          <p:nvPr>
            <p:ph idx="12" type="sldNum"/>
          </p:nvPr>
        </p:nvSpPr>
        <p:spPr>
          <a:xfrm>
            <a:off x="10370916" y="6311899"/>
            <a:ext cx="1523100" cy="365100"/>
          </a:xfrm>
          <a:prstGeom prst="rect">
            <a:avLst/>
          </a:prstGeom>
          <a:noFill/>
          <a:ln>
            <a:noFill/>
          </a:ln>
        </p:spPr>
        <p:txBody>
          <a:bodyPr anchorCtr="0" anchor="ctr" bIns="45700" lIns="90000" spcFirstLastPara="1" rIns="91425" wrap="square" tIns="45700">
            <a:noAutofit/>
          </a:bodyPr>
          <a:lstStyle/>
          <a:p>
            <a:pPr indent="0" lvl="0" marL="0" rtl="0" algn="r">
              <a:lnSpc>
                <a:spcPct val="100000"/>
              </a:lnSpc>
              <a:spcBef>
                <a:spcPts val="0"/>
              </a:spcBef>
              <a:spcAft>
                <a:spcPts val="0"/>
              </a:spcAft>
              <a:buClr>
                <a:srgbClr val="000000"/>
              </a:buClr>
              <a:buSzPts val="2400"/>
              <a:buFont typeface="Arial"/>
              <a:buNone/>
            </a:pPr>
            <a:fld id="{00000000-1234-1234-1234-123412341234}" type="slidenum">
              <a:rPr lang="en-IN"/>
              <a:t>‹#›</a:t>
            </a:fld>
            <a:endParaRPr/>
          </a:p>
        </p:txBody>
      </p:sp>
      <p:pic>
        <p:nvPicPr>
          <p:cNvPr id="105" name="Google Shape;105;p19"/>
          <p:cNvPicPr preferRelativeResize="0"/>
          <p:nvPr>
            <p:ph idx="2" type="pic"/>
          </p:nvPr>
        </p:nvPicPr>
        <p:blipFill>
          <a:blip r:embed="rId3">
            <a:alphaModFix/>
          </a:blip>
          <a:stretch>
            <a:fillRect/>
          </a:stretch>
        </p:blipFill>
        <p:spPr>
          <a:xfrm>
            <a:off x="8263200" y="1883700"/>
            <a:ext cx="3090600" cy="3090600"/>
          </a:xfrm>
          <a:prstGeom prst="roundRect">
            <a:avLst>
              <a:gd fmla="val 50000" name="adj"/>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20"/>
          <p:cNvSpPr txBox="1"/>
          <p:nvPr>
            <p:ph type="title"/>
          </p:nvPr>
        </p:nvSpPr>
        <p:spPr>
          <a:xfrm>
            <a:off x="838200" y="365126"/>
            <a:ext cx="10515600" cy="9432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SzPts val="1800"/>
              <a:buNone/>
            </a:pPr>
            <a:r>
              <a:rPr lang="en-IN"/>
              <a:t>Problem Definition</a:t>
            </a:r>
            <a:endParaRPr/>
          </a:p>
        </p:txBody>
      </p:sp>
      <p:sp>
        <p:nvSpPr>
          <p:cNvPr id="112" name="Google Shape;112;p20"/>
          <p:cNvSpPr txBox="1"/>
          <p:nvPr>
            <p:ph idx="1" type="body"/>
          </p:nvPr>
        </p:nvSpPr>
        <p:spPr>
          <a:xfrm>
            <a:off x="838200" y="1511101"/>
            <a:ext cx="10515600" cy="3783300"/>
          </a:xfrm>
          <a:prstGeom prst="rect">
            <a:avLst/>
          </a:prstGeom>
          <a:noFill/>
          <a:ln>
            <a:noFill/>
          </a:ln>
        </p:spPr>
        <p:txBody>
          <a:bodyPr anchorCtr="0" anchor="t" bIns="45700" lIns="91425" spcFirstLastPara="1" rIns="91425" wrap="square" tIns="45700">
            <a:noAutofit/>
          </a:bodyPr>
          <a:lstStyle/>
          <a:p>
            <a:pPr indent="-406400" lvl="0" marL="457200" rtl="0" algn="l">
              <a:spcBef>
                <a:spcPts val="1000"/>
              </a:spcBef>
              <a:spcAft>
                <a:spcPts val="0"/>
              </a:spcAft>
              <a:buSzPts val="2800"/>
              <a:buChar char="•"/>
            </a:pPr>
            <a:r>
              <a:rPr lang="en-IN"/>
              <a:t>Standard LSH introduces a trade-off between false positives and false negatives.</a:t>
            </a:r>
            <a:endParaRPr/>
          </a:p>
          <a:p>
            <a:pPr indent="-406400" lvl="0" marL="457200" rtl="0" algn="l">
              <a:spcBef>
                <a:spcPts val="1000"/>
              </a:spcBef>
              <a:spcAft>
                <a:spcPts val="0"/>
              </a:spcAft>
              <a:buSzPts val="2800"/>
              <a:buChar char="•"/>
            </a:pPr>
            <a:r>
              <a:rPr lang="en-IN"/>
              <a:t>Symmetric schemes prevent granular, user-specific search permissions.</a:t>
            </a:r>
            <a:endParaRPr/>
          </a:p>
          <a:p>
            <a:pPr indent="-406400" lvl="0" marL="457200" rtl="0" algn="l">
              <a:spcBef>
                <a:spcPts val="1000"/>
              </a:spcBef>
              <a:spcAft>
                <a:spcPts val="0"/>
              </a:spcAft>
              <a:buSzPts val="2800"/>
              <a:buChar char="•"/>
            </a:pPr>
            <a:r>
              <a:rPr lang="en-IN"/>
              <a:t>Multi-user environments make symmetric key distribution highly impractical.</a:t>
            </a:r>
            <a:endParaRPr/>
          </a:p>
          <a:p>
            <a:pPr indent="-406400" lvl="0" marL="457200" rtl="0" algn="l">
              <a:spcBef>
                <a:spcPts val="1000"/>
              </a:spcBef>
              <a:spcAft>
                <a:spcPts val="0"/>
              </a:spcAft>
              <a:buSzPts val="2800"/>
              <a:buChar char="•"/>
            </a:pPr>
            <a:r>
              <a:rPr lang="en-IN"/>
              <a:t>Standard LSH algorithms inherently produce high false negative rates.</a:t>
            </a:r>
            <a:endParaRPr sz="2400"/>
          </a:p>
        </p:txBody>
      </p:sp>
      <p:sp>
        <p:nvSpPr>
          <p:cNvPr id="113" name="Google Shape;113;p20"/>
          <p:cNvSpPr txBox="1"/>
          <p:nvPr>
            <p:ph idx="12" type="sldNum"/>
          </p:nvPr>
        </p:nvSpPr>
        <p:spPr>
          <a:xfrm>
            <a:off x="10370916" y="6311899"/>
            <a:ext cx="1523100" cy="365100"/>
          </a:xfrm>
          <a:prstGeom prst="rect">
            <a:avLst/>
          </a:prstGeom>
          <a:noFill/>
          <a:ln>
            <a:noFill/>
          </a:ln>
        </p:spPr>
        <p:txBody>
          <a:bodyPr anchorCtr="0" anchor="ctr" bIns="45700" lIns="90000" spcFirstLastPara="1" rIns="91425" wrap="square" tIns="45700">
            <a:noAutofit/>
          </a:bodyPr>
          <a:lstStyle/>
          <a:p>
            <a:pPr indent="0" lvl="0" marL="0" rtl="0" algn="r">
              <a:lnSpc>
                <a:spcPct val="100000"/>
              </a:lnSpc>
              <a:spcBef>
                <a:spcPts val="0"/>
              </a:spcBef>
              <a:spcAft>
                <a:spcPts val="0"/>
              </a:spcAft>
              <a:buClr>
                <a:srgbClr val="000000"/>
              </a:buClr>
              <a:buSzPts val="2400"/>
              <a:buFont typeface="Arial"/>
              <a:buNone/>
            </a:pPr>
            <a:fld id="{00000000-1234-1234-1234-123412341234}" type="slidenum">
              <a:rPr lang="en-IN"/>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21"/>
          <p:cNvSpPr txBox="1"/>
          <p:nvPr>
            <p:ph type="title"/>
          </p:nvPr>
        </p:nvSpPr>
        <p:spPr>
          <a:xfrm>
            <a:off x="838200" y="365126"/>
            <a:ext cx="10515600" cy="9432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SzPts val="1800"/>
              <a:buNone/>
            </a:pPr>
            <a:r>
              <a:rPr lang="en-IN"/>
              <a:t>Literature Survey</a:t>
            </a:r>
            <a:endParaRPr/>
          </a:p>
        </p:txBody>
      </p:sp>
      <p:sp>
        <p:nvSpPr>
          <p:cNvPr id="120" name="Google Shape;120;p21"/>
          <p:cNvSpPr txBox="1"/>
          <p:nvPr>
            <p:ph idx="12" type="sldNum"/>
          </p:nvPr>
        </p:nvSpPr>
        <p:spPr>
          <a:xfrm>
            <a:off x="10370916" y="6311899"/>
            <a:ext cx="1523100" cy="365100"/>
          </a:xfrm>
          <a:prstGeom prst="rect">
            <a:avLst/>
          </a:prstGeom>
          <a:noFill/>
          <a:ln>
            <a:noFill/>
          </a:ln>
        </p:spPr>
        <p:txBody>
          <a:bodyPr anchorCtr="0" anchor="ctr" bIns="45700" lIns="90000" spcFirstLastPara="1" rIns="91425" wrap="square" tIns="45700">
            <a:noAutofit/>
          </a:bodyPr>
          <a:lstStyle/>
          <a:p>
            <a:pPr indent="0" lvl="0" marL="0" rtl="0" algn="r">
              <a:lnSpc>
                <a:spcPct val="100000"/>
              </a:lnSpc>
              <a:spcBef>
                <a:spcPts val="0"/>
              </a:spcBef>
              <a:spcAft>
                <a:spcPts val="0"/>
              </a:spcAft>
              <a:buClr>
                <a:srgbClr val="000000"/>
              </a:buClr>
              <a:buSzPts val="2400"/>
              <a:buFont typeface="Arial"/>
              <a:buNone/>
            </a:pPr>
            <a:fld id="{00000000-1234-1234-1234-123412341234}" type="slidenum">
              <a:rPr lang="en-IN"/>
              <a:t>‹#›</a:t>
            </a:fld>
            <a:endParaRPr/>
          </a:p>
        </p:txBody>
      </p:sp>
      <p:graphicFrame>
        <p:nvGraphicFramePr>
          <p:cNvPr id="121" name="Google Shape;121;p21"/>
          <p:cNvGraphicFramePr/>
          <p:nvPr/>
        </p:nvGraphicFramePr>
        <p:xfrm>
          <a:off x="989650" y="1111975"/>
          <a:ext cx="3000000" cy="3000000"/>
        </p:xfrm>
        <a:graphic>
          <a:graphicData uri="http://schemas.openxmlformats.org/drawingml/2006/table">
            <a:tbl>
              <a:tblPr>
                <a:noFill/>
                <a:tableStyleId>{54A6D03F-269C-4D8D-92CF-693AB30EF6AF}</a:tableStyleId>
              </a:tblPr>
              <a:tblGrid>
                <a:gridCol w="1058500"/>
                <a:gridCol w="1741150"/>
                <a:gridCol w="2024950"/>
                <a:gridCol w="2331750"/>
                <a:gridCol w="2569525"/>
              </a:tblGrid>
              <a:tr h="414725">
                <a:tc>
                  <a:txBody>
                    <a:bodyPr/>
                    <a:lstStyle/>
                    <a:p>
                      <a:pPr indent="0" lvl="0" marL="0" rtl="0" algn="l">
                        <a:lnSpc>
                          <a:spcPct val="115000"/>
                        </a:lnSpc>
                        <a:spcBef>
                          <a:spcPts val="0"/>
                        </a:spcBef>
                        <a:spcAft>
                          <a:spcPts val="2400"/>
                        </a:spcAft>
                        <a:buNone/>
                      </a:pPr>
                      <a:r>
                        <a:rPr b="1" lang="en-IN" sz="1100"/>
                        <a:t>Feature</a:t>
                      </a:r>
                      <a:endParaRPr b="1" sz="11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2400"/>
                        </a:spcAft>
                        <a:buNone/>
                      </a:pPr>
                      <a:r>
                        <a:rPr b="1" lang="en-IN" sz="1100"/>
                        <a:t>Wang et al. (2014)</a:t>
                      </a:r>
                      <a:endParaRPr b="1" sz="11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2400"/>
                        </a:spcAft>
                        <a:buNone/>
                      </a:pPr>
                      <a:r>
                        <a:rPr b="1" lang="en-IN" sz="1100"/>
                        <a:t>Cheng et al. (2022)</a:t>
                      </a:r>
                      <a:endParaRPr b="1" sz="11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2400"/>
                        </a:spcAft>
                        <a:buNone/>
                      </a:pPr>
                      <a:r>
                        <a:rPr b="1" lang="en-IN" sz="1100"/>
                        <a:t>Cheng et al. (2025)</a:t>
                      </a:r>
                      <a:endParaRPr b="1" sz="11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2400"/>
                        </a:spcAft>
                        <a:buNone/>
                      </a:pPr>
                      <a:r>
                        <a:rPr b="1" lang="en-IN" sz="1100"/>
                        <a:t>Your Scheme</a:t>
                      </a:r>
                      <a:endParaRPr b="1" sz="11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750575">
                <a:tc>
                  <a:txBody>
                    <a:bodyPr/>
                    <a:lstStyle/>
                    <a:p>
                      <a:pPr indent="0" lvl="0" marL="0" rtl="0" algn="l">
                        <a:lnSpc>
                          <a:spcPct val="115000"/>
                        </a:lnSpc>
                        <a:spcBef>
                          <a:spcPts val="0"/>
                        </a:spcBef>
                        <a:spcAft>
                          <a:spcPts val="2400"/>
                        </a:spcAft>
                        <a:buNone/>
                      </a:pPr>
                      <a:r>
                        <a:rPr b="1" lang="en-IN" sz="1100"/>
                        <a:t>Encryption Type</a:t>
                      </a:r>
                      <a:endParaRPr b="1" sz="11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2400"/>
                        </a:spcAft>
                        <a:buNone/>
                      </a:pPr>
                      <a:r>
                        <a:rPr lang="en-IN"/>
                        <a:t>Symmetric</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2400"/>
                        </a:spcAft>
                        <a:buNone/>
                      </a:pPr>
                      <a:r>
                        <a:rPr lang="en-IN"/>
                        <a:t>Symmetric (SSE)</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2400"/>
                        </a:spcAft>
                        <a:buNone/>
                      </a:pPr>
                      <a:r>
                        <a:rPr lang="en-IN"/>
                        <a:t>Asymmetric (Public Key)</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2400"/>
                        </a:spcAft>
                        <a:buNone/>
                      </a:pPr>
                      <a:r>
                        <a:rPr b="1" lang="en-IN" sz="1100"/>
                        <a:t>Asymmetric (PEKS)</a:t>
                      </a:r>
                      <a:endParaRPr b="1" sz="11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635350">
                <a:tc>
                  <a:txBody>
                    <a:bodyPr/>
                    <a:lstStyle/>
                    <a:p>
                      <a:pPr indent="0" lvl="0" marL="0" rtl="0" algn="l">
                        <a:lnSpc>
                          <a:spcPct val="115000"/>
                        </a:lnSpc>
                        <a:spcBef>
                          <a:spcPts val="0"/>
                        </a:spcBef>
                        <a:spcAft>
                          <a:spcPts val="2400"/>
                        </a:spcAft>
                        <a:buNone/>
                      </a:pPr>
                      <a:r>
                        <a:rPr b="1" lang="en-IN" sz="1100"/>
                        <a:t>Core Method</a:t>
                      </a:r>
                      <a:endParaRPr b="1" sz="11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2400"/>
                        </a:spcAft>
                        <a:buNone/>
                      </a:pPr>
                      <a:r>
                        <a:rPr lang="en-IN"/>
                        <a:t>LSH + Bloom Filter</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2400"/>
                        </a:spcAft>
                        <a:buNone/>
                      </a:pPr>
                      <a:r>
                        <a:rPr lang="en-IN"/>
                        <a:t>LSH + Index Tree</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2400"/>
                        </a:spcAft>
                        <a:buNone/>
                      </a:pPr>
                      <a:r>
                        <a:rPr lang="en-IN"/>
                        <a:t>Similarity Vector (Dice)</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2400"/>
                        </a:spcAft>
                        <a:buNone/>
                      </a:pPr>
                      <a:r>
                        <a:rPr b="1" lang="en-IN" sz="1100"/>
                        <a:t>Multi-Probe LSH + PEKS</a:t>
                      </a:r>
                      <a:endParaRPr b="1" sz="11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635350">
                <a:tc>
                  <a:txBody>
                    <a:bodyPr/>
                    <a:lstStyle/>
                    <a:p>
                      <a:pPr indent="0" lvl="0" marL="0" rtl="0" algn="l">
                        <a:lnSpc>
                          <a:spcPct val="115000"/>
                        </a:lnSpc>
                        <a:spcBef>
                          <a:spcPts val="0"/>
                        </a:spcBef>
                        <a:spcAft>
                          <a:spcPts val="2400"/>
                        </a:spcAft>
                        <a:buNone/>
                      </a:pPr>
                      <a:r>
                        <a:rPr b="1" lang="en-IN" sz="1100"/>
                        <a:t>Fuzzy Logic</a:t>
                      </a:r>
                      <a:endParaRPr b="1" sz="11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2400"/>
                        </a:spcAft>
                        <a:buNone/>
                      </a:pPr>
                      <a:r>
                        <a:rPr lang="en-IN"/>
                        <a:t>Euclidean Similarity</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2400"/>
                        </a:spcAft>
                        <a:buNone/>
                      </a:pPr>
                      <a:r>
                        <a:rPr lang="en-IN"/>
                        <a:t>Edit Distance / Jaccard</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2400"/>
                        </a:spcAft>
                        <a:buNone/>
                      </a:pPr>
                      <a:r>
                        <a:rPr lang="en-IN"/>
                        <a:t>Dice Similarity</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2400"/>
                        </a:spcAft>
                        <a:buNone/>
                      </a:pPr>
                      <a:r>
                        <a:rPr b="1" lang="en-IN" sz="1100"/>
                        <a:t>Euclidean / Cosine (LSH)</a:t>
                      </a:r>
                      <a:endParaRPr b="1" sz="11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849350">
                <a:tc>
                  <a:txBody>
                    <a:bodyPr/>
                    <a:lstStyle/>
                    <a:p>
                      <a:pPr indent="0" lvl="0" marL="0" rtl="0" algn="l">
                        <a:lnSpc>
                          <a:spcPct val="115000"/>
                        </a:lnSpc>
                        <a:spcBef>
                          <a:spcPts val="0"/>
                        </a:spcBef>
                        <a:spcAft>
                          <a:spcPts val="2400"/>
                        </a:spcAft>
                        <a:buNone/>
                      </a:pPr>
                      <a:r>
                        <a:rPr b="1" lang="en-IN" sz="1100"/>
                        <a:t>Search Type</a:t>
                      </a:r>
                      <a:endParaRPr b="1" sz="11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2400"/>
                        </a:spcAft>
                        <a:buNone/>
                      </a:pPr>
                      <a:r>
                        <a:rPr lang="en-IN"/>
                        <a:t>Multi-keyword Ranked</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2400"/>
                        </a:spcAft>
                        <a:buNone/>
                      </a:pPr>
                      <a:r>
                        <a:rPr lang="en-IN"/>
                        <a:t>Verifiable Multi-keyword</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2400"/>
                        </a:spcAft>
                        <a:buNone/>
                      </a:pPr>
                      <a:r>
                        <a:rPr lang="en-IN"/>
                        <a:t>Similarity Test (Equality+)</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2400"/>
                        </a:spcAft>
                        <a:buNone/>
                      </a:pPr>
                      <a:r>
                        <a:rPr b="1" lang="en-IN" sz="1100"/>
                        <a:t>Multi-keyword Fuzzy</a:t>
                      </a:r>
                      <a:endParaRPr b="1" sz="11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849350">
                <a:tc>
                  <a:txBody>
                    <a:bodyPr/>
                    <a:lstStyle/>
                    <a:p>
                      <a:pPr indent="0" lvl="0" marL="0" rtl="0" algn="l">
                        <a:lnSpc>
                          <a:spcPct val="115000"/>
                        </a:lnSpc>
                        <a:spcBef>
                          <a:spcPts val="0"/>
                        </a:spcBef>
                        <a:spcAft>
                          <a:spcPts val="2400"/>
                        </a:spcAft>
                        <a:buNone/>
                      </a:pPr>
                      <a:r>
                        <a:rPr b="1" lang="en-IN" sz="1100"/>
                        <a:t>Key Innovation</a:t>
                      </a:r>
                      <a:endParaRPr b="1" sz="11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2400"/>
                        </a:spcAft>
                        <a:buNone/>
                      </a:pPr>
                      <a:r>
                        <a:rPr lang="en-IN"/>
                        <a:t>First multi-keyword fuzzy search.</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2400"/>
                        </a:spcAft>
                        <a:buNone/>
                      </a:pPr>
                      <a:r>
                        <a:rPr lang="en-IN"/>
                        <a:t>Adaptive security &amp; result verification.</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2400"/>
                        </a:spcAft>
                        <a:buNone/>
                      </a:pPr>
                      <a:r>
                        <a:rPr lang="en-IN"/>
                        <a:t>Light-weight similarity test for medical data.</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2400"/>
                        </a:spcAft>
                        <a:buNone/>
                      </a:pPr>
                      <a:r>
                        <a:rPr b="1" lang="en-IN" sz="1100"/>
                        <a:t>Reduced LSH storage &amp; Asymmetric access.</a:t>
                      </a:r>
                      <a:endParaRPr b="1" sz="11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22"/>
          <p:cNvSpPr txBox="1"/>
          <p:nvPr>
            <p:ph type="title"/>
          </p:nvPr>
        </p:nvSpPr>
        <p:spPr>
          <a:xfrm>
            <a:off x="838200" y="365126"/>
            <a:ext cx="10515600" cy="9432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IN"/>
              <a:t>System Architecture</a:t>
            </a:r>
            <a:endParaRPr/>
          </a:p>
        </p:txBody>
      </p:sp>
      <p:sp>
        <p:nvSpPr>
          <p:cNvPr id="128" name="Google Shape;128;p22"/>
          <p:cNvSpPr txBox="1"/>
          <p:nvPr>
            <p:ph idx="12" type="sldNum"/>
          </p:nvPr>
        </p:nvSpPr>
        <p:spPr>
          <a:xfrm>
            <a:off x="10370916" y="6311899"/>
            <a:ext cx="1523100" cy="365100"/>
          </a:xfrm>
          <a:prstGeom prst="rect">
            <a:avLst/>
          </a:prstGeom>
        </p:spPr>
        <p:txBody>
          <a:bodyPr anchorCtr="0" anchor="ctr" bIns="45700" lIns="90000" spcFirstLastPara="1" rIns="91425" wrap="square" tIns="45700">
            <a:noAutofit/>
          </a:bodyPr>
          <a:lstStyle/>
          <a:p>
            <a:pPr indent="0" lvl="0" marL="0" rtl="0" algn="r">
              <a:spcBef>
                <a:spcPts val="0"/>
              </a:spcBef>
              <a:spcAft>
                <a:spcPts val="0"/>
              </a:spcAft>
              <a:buClr>
                <a:srgbClr val="000000"/>
              </a:buClr>
              <a:buSzPts val="2400"/>
              <a:buFont typeface="Arial"/>
              <a:buNone/>
            </a:pPr>
            <a:fld id="{00000000-1234-1234-1234-123412341234}" type="slidenum">
              <a:rPr lang="en-IN"/>
              <a:t>‹#›</a:t>
            </a:fld>
            <a:endParaRPr/>
          </a:p>
        </p:txBody>
      </p:sp>
      <p:pic>
        <p:nvPicPr>
          <p:cNvPr id="129" name="Google Shape;129;p22" title="diagram-export-3-3-2026-11_22_53-AM.png"/>
          <p:cNvPicPr preferRelativeResize="0"/>
          <p:nvPr/>
        </p:nvPicPr>
        <p:blipFill rotWithShape="1">
          <a:blip r:embed="rId3">
            <a:alphaModFix/>
          </a:blip>
          <a:srcRect b="13292" l="0" r="0" t="0"/>
          <a:stretch/>
        </p:blipFill>
        <p:spPr>
          <a:xfrm>
            <a:off x="1043263" y="1129450"/>
            <a:ext cx="10105476" cy="4896376"/>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23"/>
          <p:cNvSpPr txBox="1"/>
          <p:nvPr>
            <p:ph type="title"/>
          </p:nvPr>
        </p:nvSpPr>
        <p:spPr>
          <a:xfrm>
            <a:off x="838200" y="365126"/>
            <a:ext cx="10515600" cy="9432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SzPts val="1800"/>
              <a:buNone/>
            </a:pPr>
            <a:r>
              <a:rPr lang="en-IN"/>
              <a:t>Analysis/ Results</a:t>
            </a:r>
            <a:endParaRPr/>
          </a:p>
        </p:txBody>
      </p:sp>
      <p:sp>
        <p:nvSpPr>
          <p:cNvPr id="136" name="Google Shape;136;p23"/>
          <p:cNvSpPr txBox="1"/>
          <p:nvPr>
            <p:ph idx="12" type="sldNum"/>
          </p:nvPr>
        </p:nvSpPr>
        <p:spPr>
          <a:xfrm>
            <a:off x="10370916" y="6311899"/>
            <a:ext cx="1523100" cy="365100"/>
          </a:xfrm>
          <a:prstGeom prst="rect">
            <a:avLst/>
          </a:prstGeom>
          <a:noFill/>
          <a:ln>
            <a:noFill/>
          </a:ln>
        </p:spPr>
        <p:txBody>
          <a:bodyPr anchorCtr="0" anchor="ctr" bIns="45700" lIns="90000" spcFirstLastPara="1" rIns="91425" wrap="square" tIns="45700">
            <a:noAutofit/>
          </a:bodyPr>
          <a:lstStyle/>
          <a:p>
            <a:pPr indent="0" lvl="0" marL="0" rtl="0" algn="r">
              <a:lnSpc>
                <a:spcPct val="100000"/>
              </a:lnSpc>
              <a:spcBef>
                <a:spcPts val="0"/>
              </a:spcBef>
              <a:spcAft>
                <a:spcPts val="0"/>
              </a:spcAft>
              <a:buClr>
                <a:srgbClr val="000000"/>
              </a:buClr>
              <a:buSzPts val="2400"/>
              <a:buFont typeface="Arial"/>
              <a:buNone/>
            </a:pPr>
            <a:fld id="{00000000-1234-1234-1234-123412341234}" type="slidenum">
              <a:rPr lang="en-IN"/>
              <a:t>‹#›</a:t>
            </a:fld>
            <a:endParaRPr/>
          </a:p>
        </p:txBody>
      </p:sp>
      <p:pic>
        <p:nvPicPr>
          <p:cNvPr id="137" name="Google Shape;137;p23"/>
          <p:cNvPicPr preferRelativeResize="0"/>
          <p:nvPr/>
        </p:nvPicPr>
        <p:blipFill>
          <a:blip r:embed="rId3">
            <a:alphaModFix/>
          </a:blip>
          <a:stretch>
            <a:fillRect/>
          </a:stretch>
        </p:blipFill>
        <p:spPr>
          <a:xfrm>
            <a:off x="838200" y="3596900"/>
            <a:ext cx="2579050" cy="2474375"/>
          </a:xfrm>
          <a:prstGeom prst="rect">
            <a:avLst/>
          </a:prstGeom>
          <a:noFill/>
          <a:ln>
            <a:noFill/>
          </a:ln>
        </p:spPr>
      </p:pic>
      <p:pic>
        <p:nvPicPr>
          <p:cNvPr id="138" name="Google Shape;138;p23"/>
          <p:cNvPicPr preferRelativeResize="0"/>
          <p:nvPr/>
        </p:nvPicPr>
        <p:blipFill>
          <a:blip r:embed="rId4">
            <a:alphaModFix/>
          </a:blip>
          <a:stretch>
            <a:fillRect/>
          </a:stretch>
        </p:blipFill>
        <p:spPr>
          <a:xfrm>
            <a:off x="838199" y="1168600"/>
            <a:ext cx="2579050" cy="2474363"/>
          </a:xfrm>
          <a:prstGeom prst="rect">
            <a:avLst/>
          </a:prstGeom>
          <a:noFill/>
          <a:ln>
            <a:noFill/>
          </a:ln>
        </p:spPr>
      </p:pic>
      <p:pic>
        <p:nvPicPr>
          <p:cNvPr id="139" name="Google Shape;139;p23"/>
          <p:cNvPicPr preferRelativeResize="0"/>
          <p:nvPr/>
        </p:nvPicPr>
        <p:blipFill rotWithShape="1">
          <a:blip r:embed="rId5">
            <a:alphaModFix/>
          </a:blip>
          <a:srcRect b="5334" l="18267" r="0" t="9189"/>
          <a:stretch/>
        </p:blipFill>
        <p:spPr>
          <a:xfrm>
            <a:off x="5621150" y="1191638"/>
            <a:ext cx="3670799" cy="2428299"/>
          </a:xfrm>
          <a:prstGeom prst="rect">
            <a:avLst/>
          </a:prstGeom>
          <a:noFill/>
          <a:ln>
            <a:noFill/>
          </a:ln>
        </p:spPr>
      </p:pic>
      <p:pic>
        <p:nvPicPr>
          <p:cNvPr id="140" name="Google Shape;140;p23"/>
          <p:cNvPicPr preferRelativeResize="0"/>
          <p:nvPr/>
        </p:nvPicPr>
        <p:blipFill>
          <a:blip r:embed="rId6">
            <a:alphaModFix/>
          </a:blip>
          <a:stretch>
            <a:fillRect/>
          </a:stretch>
        </p:blipFill>
        <p:spPr>
          <a:xfrm>
            <a:off x="4542588" y="3642975"/>
            <a:ext cx="5827920" cy="24283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24"/>
          <p:cNvSpPr txBox="1"/>
          <p:nvPr>
            <p:ph type="title"/>
          </p:nvPr>
        </p:nvSpPr>
        <p:spPr>
          <a:xfrm>
            <a:off x="838200" y="365126"/>
            <a:ext cx="10515600" cy="9432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SzPts val="1800"/>
              <a:buNone/>
            </a:pPr>
            <a:r>
              <a:rPr lang="en-IN"/>
              <a:t>Contributions/ Work Done</a:t>
            </a:r>
            <a:endParaRPr/>
          </a:p>
        </p:txBody>
      </p:sp>
      <p:sp>
        <p:nvSpPr>
          <p:cNvPr id="147" name="Google Shape;147;p24"/>
          <p:cNvSpPr txBox="1"/>
          <p:nvPr>
            <p:ph idx="1" type="body"/>
          </p:nvPr>
        </p:nvSpPr>
        <p:spPr>
          <a:xfrm>
            <a:off x="838200" y="1511107"/>
            <a:ext cx="10515600" cy="4368900"/>
          </a:xfrm>
          <a:prstGeom prst="rect">
            <a:avLst/>
          </a:prstGeom>
          <a:noFill/>
          <a:ln>
            <a:noFill/>
          </a:ln>
        </p:spPr>
        <p:txBody>
          <a:bodyPr anchorCtr="0" anchor="t" bIns="45700" lIns="91425" spcFirstLastPara="1" rIns="91425" wrap="square" tIns="45700">
            <a:noAutofit/>
          </a:bodyPr>
          <a:lstStyle/>
          <a:p>
            <a:pPr indent="-381000" lvl="0" marL="457200" rtl="0" algn="l">
              <a:spcBef>
                <a:spcPts val="1000"/>
              </a:spcBef>
              <a:spcAft>
                <a:spcPts val="0"/>
              </a:spcAft>
              <a:buSzPts val="2400"/>
              <a:buChar char="•"/>
            </a:pPr>
            <a:r>
              <a:rPr lang="en-IN" sz="2400"/>
              <a:t>S</a:t>
            </a:r>
            <a:r>
              <a:rPr lang="en-IN" sz="2400"/>
              <a:t>ymmetric search over encrypted data using LSH</a:t>
            </a:r>
            <a:endParaRPr sz="2400"/>
          </a:p>
          <a:p>
            <a:pPr indent="-381000" lvl="0" marL="457200" rtl="0" algn="l">
              <a:spcBef>
                <a:spcPts val="1000"/>
              </a:spcBef>
              <a:spcAft>
                <a:spcPts val="0"/>
              </a:spcAft>
              <a:buSzPts val="2400"/>
              <a:buChar char="•"/>
            </a:pPr>
            <a:r>
              <a:rPr lang="en-IN" sz="2400"/>
              <a:t>Randomly generated invertible matrices for data encryption</a:t>
            </a:r>
            <a:endParaRPr sz="2400"/>
          </a:p>
          <a:p>
            <a:pPr indent="-381000" lvl="0" marL="457200" rtl="0" algn="l">
              <a:spcBef>
                <a:spcPts val="1000"/>
              </a:spcBef>
              <a:spcAft>
                <a:spcPts val="0"/>
              </a:spcAft>
              <a:buSzPts val="2400"/>
              <a:buChar char="•"/>
            </a:pPr>
            <a:r>
              <a:rPr lang="en-IN" sz="2400"/>
              <a:t>Testing the scheme for 32, 128, 256, 1000, 2000, 8000 bloom filter sizes</a:t>
            </a:r>
            <a:endParaRPr sz="2400"/>
          </a:p>
          <a:p>
            <a:pPr indent="-381000" lvl="0" marL="457200" rtl="0" algn="l">
              <a:spcBef>
                <a:spcPts val="1000"/>
              </a:spcBef>
              <a:spcAft>
                <a:spcPts val="0"/>
              </a:spcAft>
              <a:buSzPts val="2400"/>
              <a:buChar char="•"/>
            </a:pPr>
            <a:r>
              <a:rPr lang="en-IN" sz="2400"/>
              <a:t>Analyzing difference between dissimilar words using variable box width</a:t>
            </a:r>
            <a:endParaRPr sz="2400"/>
          </a:p>
          <a:p>
            <a:pPr indent="-381000" lvl="0" marL="457200" rtl="0" algn="l">
              <a:spcBef>
                <a:spcPts val="1000"/>
              </a:spcBef>
              <a:spcAft>
                <a:spcPts val="0"/>
              </a:spcAft>
              <a:buSzPts val="2400"/>
              <a:buChar char="•"/>
            </a:pPr>
            <a:r>
              <a:rPr lang="en-IN" sz="2400"/>
              <a:t>Decreasing real-time space used using bitset and active indexing</a:t>
            </a:r>
            <a:endParaRPr sz="2400"/>
          </a:p>
        </p:txBody>
      </p:sp>
      <p:sp>
        <p:nvSpPr>
          <p:cNvPr id="148" name="Google Shape;148;p24"/>
          <p:cNvSpPr txBox="1"/>
          <p:nvPr>
            <p:ph idx="12" type="sldNum"/>
          </p:nvPr>
        </p:nvSpPr>
        <p:spPr>
          <a:xfrm>
            <a:off x="10370916" y="6311899"/>
            <a:ext cx="1523100" cy="365100"/>
          </a:xfrm>
          <a:prstGeom prst="rect">
            <a:avLst/>
          </a:prstGeom>
          <a:noFill/>
          <a:ln>
            <a:noFill/>
          </a:ln>
        </p:spPr>
        <p:txBody>
          <a:bodyPr anchorCtr="0" anchor="ctr" bIns="45700" lIns="90000" spcFirstLastPara="1" rIns="91425" wrap="square" tIns="45700">
            <a:noAutofit/>
          </a:bodyPr>
          <a:lstStyle/>
          <a:p>
            <a:pPr indent="0" lvl="0" marL="0" rtl="0" algn="r">
              <a:lnSpc>
                <a:spcPct val="100000"/>
              </a:lnSpc>
              <a:spcBef>
                <a:spcPts val="0"/>
              </a:spcBef>
              <a:spcAft>
                <a:spcPts val="0"/>
              </a:spcAft>
              <a:buClr>
                <a:srgbClr val="000000"/>
              </a:buClr>
              <a:buSzPts val="2400"/>
              <a:buFont typeface="Arial"/>
              <a:buNone/>
            </a:pPr>
            <a:fld id="{00000000-1234-1234-1234-123412341234}" type="slidenum">
              <a:rPr lang="en-IN"/>
              <a:t>‹#›</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25"/>
          <p:cNvSpPr txBox="1"/>
          <p:nvPr>
            <p:ph type="title"/>
          </p:nvPr>
        </p:nvSpPr>
        <p:spPr>
          <a:xfrm>
            <a:off x="838200" y="365126"/>
            <a:ext cx="10515600" cy="9432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SzPts val="1800"/>
              <a:buNone/>
            </a:pPr>
            <a:r>
              <a:rPr lang="en-IN"/>
              <a:t>Conclusion</a:t>
            </a:r>
            <a:endParaRPr/>
          </a:p>
        </p:txBody>
      </p:sp>
      <p:sp>
        <p:nvSpPr>
          <p:cNvPr id="155" name="Google Shape;155;p25"/>
          <p:cNvSpPr txBox="1"/>
          <p:nvPr>
            <p:ph idx="1" type="body"/>
          </p:nvPr>
        </p:nvSpPr>
        <p:spPr>
          <a:xfrm>
            <a:off x="838200" y="1511107"/>
            <a:ext cx="10515600" cy="4368900"/>
          </a:xfrm>
          <a:prstGeom prst="rect">
            <a:avLst/>
          </a:prstGeom>
          <a:noFill/>
          <a:ln>
            <a:noFill/>
          </a:ln>
        </p:spPr>
        <p:txBody>
          <a:bodyPr anchorCtr="0" anchor="t" bIns="45700" lIns="91425" spcFirstLastPara="1" rIns="91425" wrap="square" tIns="45700">
            <a:noAutofit/>
          </a:bodyPr>
          <a:lstStyle/>
          <a:p>
            <a:pPr indent="-381000" lvl="0" marL="457200" rtl="0" algn="l">
              <a:spcBef>
                <a:spcPts val="1000"/>
              </a:spcBef>
              <a:spcAft>
                <a:spcPts val="0"/>
              </a:spcAft>
              <a:buSzPts val="2400"/>
              <a:buChar char="•"/>
            </a:pPr>
            <a:r>
              <a:rPr lang="en-IN" sz="2400"/>
              <a:t>Multiple issues with false negatives; “apple” and “netword” giving similar match scores with not much difference on small bloom filter size</a:t>
            </a:r>
            <a:endParaRPr sz="2400"/>
          </a:p>
          <a:p>
            <a:pPr indent="-381000" lvl="0" marL="457200" rtl="0" algn="l">
              <a:spcBef>
                <a:spcPts val="1000"/>
              </a:spcBef>
              <a:spcAft>
                <a:spcPts val="0"/>
              </a:spcAft>
              <a:buSzPts val="2400"/>
              <a:buChar char="•"/>
            </a:pPr>
            <a:r>
              <a:rPr lang="en-IN" sz="2400"/>
              <a:t>Large bloom filter sizes not able to provide “fuzziness” to the search</a:t>
            </a:r>
            <a:endParaRPr sz="2400"/>
          </a:p>
          <a:p>
            <a:pPr indent="-381000" lvl="0" marL="457200" rtl="0" algn="l">
              <a:spcBef>
                <a:spcPts val="1000"/>
              </a:spcBef>
              <a:spcAft>
                <a:spcPts val="0"/>
              </a:spcAft>
              <a:buSzPts val="2400"/>
              <a:buChar char="•"/>
            </a:pPr>
            <a:r>
              <a:rPr lang="en-IN" sz="2400"/>
              <a:t>Not suitable for multi-user environments; need differentiation for different types of users</a:t>
            </a:r>
            <a:endParaRPr sz="2400"/>
          </a:p>
        </p:txBody>
      </p:sp>
      <p:sp>
        <p:nvSpPr>
          <p:cNvPr id="156" name="Google Shape;156;p25"/>
          <p:cNvSpPr txBox="1"/>
          <p:nvPr>
            <p:ph idx="12" type="sldNum"/>
          </p:nvPr>
        </p:nvSpPr>
        <p:spPr>
          <a:xfrm>
            <a:off x="10370916" y="6311899"/>
            <a:ext cx="1523100" cy="365100"/>
          </a:xfrm>
          <a:prstGeom prst="rect">
            <a:avLst/>
          </a:prstGeom>
          <a:noFill/>
          <a:ln>
            <a:noFill/>
          </a:ln>
        </p:spPr>
        <p:txBody>
          <a:bodyPr anchorCtr="0" anchor="ctr" bIns="45700" lIns="90000" spcFirstLastPara="1" rIns="91425" wrap="square" tIns="45700">
            <a:noAutofit/>
          </a:bodyPr>
          <a:lstStyle/>
          <a:p>
            <a:pPr indent="0" lvl="0" marL="0" rtl="0" algn="r">
              <a:lnSpc>
                <a:spcPct val="100000"/>
              </a:lnSpc>
              <a:spcBef>
                <a:spcPts val="0"/>
              </a:spcBef>
              <a:spcAft>
                <a:spcPts val="0"/>
              </a:spcAft>
              <a:buClr>
                <a:srgbClr val="000000"/>
              </a:buClr>
              <a:buSzPts val="2400"/>
              <a:buFont typeface="Arial"/>
              <a:buNone/>
            </a:pPr>
            <a:fld id="{00000000-1234-1234-1234-123412341234}" type="slidenum">
              <a:rPr lang="en-IN"/>
              <a:t>‹#›</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26"/>
          <p:cNvSpPr txBox="1"/>
          <p:nvPr>
            <p:ph type="title"/>
          </p:nvPr>
        </p:nvSpPr>
        <p:spPr>
          <a:xfrm>
            <a:off x="838200" y="365126"/>
            <a:ext cx="10515600" cy="9432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SzPts val="1800"/>
              <a:buNone/>
            </a:pPr>
            <a:r>
              <a:rPr lang="en-IN"/>
              <a:t>Future Work</a:t>
            </a:r>
            <a:endParaRPr/>
          </a:p>
        </p:txBody>
      </p:sp>
      <p:sp>
        <p:nvSpPr>
          <p:cNvPr id="163" name="Google Shape;163;p26"/>
          <p:cNvSpPr txBox="1"/>
          <p:nvPr>
            <p:ph idx="1" type="body"/>
          </p:nvPr>
        </p:nvSpPr>
        <p:spPr>
          <a:xfrm>
            <a:off x="838200" y="1511107"/>
            <a:ext cx="10515600" cy="4368900"/>
          </a:xfrm>
          <a:prstGeom prst="rect">
            <a:avLst/>
          </a:prstGeom>
          <a:noFill/>
          <a:ln>
            <a:noFill/>
          </a:ln>
        </p:spPr>
        <p:txBody>
          <a:bodyPr anchorCtr="0" anchor="t" bIns="45700" lIns="91425" spcFirstLastPara="1" rIns="91425" wrap="square" tIns="45700">
            <a:noAutofit/>
          </a:bodyPr>
          <a:lstStyle/>
          <a:p>
            <a:pPr indent="-381000" lvl="0" marL="342900" rtl="0" algn="l">
              <a:lnSpc>
                <a:spcPct val="90000"/>
              </a:lnSpc>
              <a:spcBef>
                <a:spcPts val="1000"/>
              </a:spcBef>
              <a:spcAft>
                <a:spcPts val="0"/>
              </a:spcAft>
              <a:buSzPts val="2400"/>
              <a:buChar char="•"/>
            </a:pPr>
            <a:r>
              <a:rPr lang="en-IN" sz="2400"/>
              <a:t>Implement multi-probe LSH for the scheme to bring similar queries closer even closer while increasing distance between dissimilar queries</a:t>
            </a:r>
            <a:endParaRPr sz="2400"/>
          </a:p>
          <a:p>
            <a:pPr indent="-381000" lvl="0" marL="342900" rtl="0" algn="l">
              <a:lnSpc>
                <a:spcPct val="90000"/>
              </a:lnSpc>
              <a:spcBef>
                <a:spcPts val="1000"/>
              </a:spcBef>
              <a:spcAft>
                <a:spcPts val="0"/>
              </a:spcAft>
              <a:buSzPts val="2400"/>
              <a:buChar char="•"/>
            </a:pPr>
            <a:r>
              <a:rPr lang="en-IN" sz="2400"/>
              <a:t>Implement Public Key Encryption with Keyword Search on the scheme to allow multiple users to access while providing another layer of security from the server and making the server virtually blind</a:t>
            </a:r>
            <a:endParaRPr sz="2400"/>
          </a:p>
          <a:p>
            <a:pPr indent="-381000" lvl="0" marL="342900" rtl="0" algn="l">
              <a:lnSpc>
                <a:spcPct val="90000"/>
              </a:lnSpc>
              <a:spcBef>
                <a:spcPts val="1000"/>
              </a:spcBef>
              <a:spcAft>
                <a:spcPts val="0"/>
              </a:spcAft>
              <a:buSzPts val="2400"/>
              <a:buChar char="•"/>
            </a:pPr>
            <a:r>
              <a:rPr lang="en-IN" sz="2400"/>
              <a:t>Implement a verification system to evaluate the match score with respect to the similarity between the searches</a:t>
            </a:r>
            <a:endParaRPr sz="2400"/>
          </a:p>
        </p:txBody>
      </p:sp>
      <p:sp>
        <p:nvSpPr>
          <p:cNvPr id="164" name="Google Shape;164;p26"/>
          <p:cNvSpPr txBox="1"/>
          <p:nvPr>
            <p:ph idx="12" type="sldNum"/>
          </p:nvPr>
        </p:nvSpPr>
        <p:spPr>
          <a:xfrm>
            <a:off x="10370916" y="6311899"/>
            <a:ext cx="1523100" cy="365100"/>
          </a:xfrm>
          <a:prstGeom prst="rect">
            <a:avLst/>
          </a:prstGeom>
          <a:noFill/>
          <a:ln>
            <a:noFill/>
          </a:ln>
        </p:spPr>
        <p:txBody>
          <a:bodyPr anchorCtr="0" anchor="ctr" bIns="45700" lIns="90000" spcFirstLastPara="1" rIns="91425" wrap="square" tIns="45700">
            <a:noAutofit/>
          </a:bodyPr>
          <a:lstStyle/>
          <a:p>
            <a:pPr indent="0" lvl="0" marL="0" rtl="0" algn="r">
              <a:lnSpc>
                <a:spcPct val="100000"/>
              </a:lnSpc>
              <a:spcBef>
                <a:spcPts val="0"/>
              </a:spcBef>
              <a:spcAft>
                <a:spcPts val="0"/>
              </a:spcAft>
              <a:buClr>
                <a:srgbClr val="000000"/>
              </a:buClr>
              <a:buSzPts val="2400"/>
              <a:buFont typeface="Arial"/>
              <a:buNone/>
            </a:pPr>
            <a:fld id="{00000000-1234-1234-1234-123412341234}" type="slidenum">
              <a:rPr lang="en-IN"/>
              <a:t>‹#›</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27"/>
          <p:cNvSpPr txBox="1"/>
          <p:nvPr>
            <p:ph type="title"/>
          </p:nvPr>
        </p:nvSpPr>
        <p:spPr>
          <a:xfrm>
            <a:off x="838200" y="365126"/>
            <a:ext cx="10515600" cy="9432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SzPts val="1800"/>
              <a:buNone/>
            </a:pPr>
            <a:r>
              <a:rPr lang="en-IN"/>
              <a:t>References</a:t>
            </a:r>
            <a:endParaRPr/>
          </a:p>
        </p:txBody>
      </p:sp>
      <p:sp>
        <p:nvSpPr>
          <p:cNvPr id="171" name="Google Shape;171;p27"/>
          <p:cNvSpPr txBox="1"/>
          <p:nvPr>
            <p:ph idx="1" type="body"/>
          </p:nvPr>
        </p:nvSpPr>
        <p:spPr>
          <a:xfrm>
            <a:off x="838200" y="1511107"/>
            <a:ext cx="10515600" cy="4368900"/>
          </a:xfrm>
          <a:prstGeom prst="rect">
            <a:avLst/>
          </a:prstGeom>
          <a:noFill/>
          <a:ln>
            <a:noFill/>
          </a:ln>
        </p:spPr>
        <p:txBody>
          <a:bodyPr anchorCtr="0" anchor="t" bIns="45700" lIns="91425" spcFirstLastPara="1" rIns="91425" wrap="square" tIns="45700">
            <a:noAutofit/>
          </a:bodyPr>
          <a:lstStyle/>
          <a:p>
            <a:pPr indent="-374650" lvl="0" marL="457200" rtl="0" algn="l">
              <a:spcBef>
                <a:spcPts val="1000"/>
              </a:spcBef>
              <a:spcAft>
                <a:spcPts val="0"/>
              </a:spcAft>
              <a:buSzPts val="2300"/>
              <a:buAutoNum type="arabicPeriod"/>
            </a:pPr>
            <a:r>
              <a:rPr lang="en-IN" sz="2300"/>
              <a:t>Cheng, X., Guo, R., Chen, Z., Chen, J., Cao, Z., Wang, L., Dong, X., Li, W., Susilo, W., Xia, C., Wang, T., Zhao, Z., Zeng, S., Cheng, S., &amp; Hao, F. (2025). PKEST: Public-Key Encryption With Similarity Test for Medical Consortia Cloud Computing. </a:t>
            </a:r>
            <a:r>
              <a:rPr i="1" lang="en-IN" sz="2300"/>
              <a:t>IEEE Transactions on Cloud Computing</a:t>
            </a:r>
            <a:r>
              <a:rPr lang="en-IN" sz="2300"/>
              <a:t>, </a:t>
            </a:r>
            <a:r>
              <a:rPr i="1" lang="en-IN" sz="2300"/>
              <a:t>13</a:t>
            </a:r>
            <a:r>
              <a:rPr lang="en-IN" sz="2300"/>
              <a:t>(2), 680–693.</a:t>
            </a:r>
            <a:endParaRPr sz="2300"/>
          </a:p>
          <a:p>
            <a:pPr indent="-374650" lvl="0" marL="457200" rtl="0" algn="l">
              <a:spcBef>
                <a:spcPts val="1000"/>
              </a:spcBef>
              <a:spcAft>
                <a:spcPts val="0"/>
              </a:spcAft>
              <a:buSzPts val="2300"/>
              <a:buAutoNum type="arabicPeriod"/>
            </a:pPr>
            <a:r>
              <a:rPr lang="en-IN" sz="2300"/>
              <a:t>Cheng, X., Guo, R., Chen, Z., Cao, Z., Dong, X., &amp; Susilo, W. (2022). Verifiable Fuzzy Multi-Keyword Search Over Encrypted Data With Adaptive Security. </a:t>
            </a:r>
            <a:r>
              <a:rPr i="1" lang="en-IN" sz="2300"/>
              <a:t>IEEE Transactions on Cloud Computing</a:t>
            </a:r>
            <a:r>
              <a:rPr lang="en-IN" sz="2300"/>
              <a:t>, </a:t>
            </a:r>
            <a:r>
              <a:rPr i="1" lang="en-IN" sz="2300"/>
              <a:t>10</a:t>
            </a:r>
            <a:r>
              <a:rPr lang="en-IN" sz="2300"/>
              <a:t>(4), 2686–2699.</a:t>
            </a:r>
            <a:endParaRPr sz="2300"/>
          </a:p>
          <a:p>
            <a:pPr indent="-374650" lvl="0" marL="457200" rtl="0" algn="l">
              <a:spcBef>
                <a:spcPts val="1000"/>
              </a:spcBef>
              <a:spcAft>
                <a:spcPts val="0"/>
              </a:spcAft>
              <a:buSzPts val="2300"/>
              <a:buAutoNum type="arabicPeriod"/>
            </a:pPr>
            <a:r>
              <a:rPr lang="en-IN" sz="2300"/>
              <a:t>B. Wang, S. Yu, W. Lou, and Y. T. Hou, “Privacy-preserving multi-keyword fuzzy search over encrypted data in the cloud,” in IEEE INFOCOM 2014-IEEE Conference on Computer Communications. IEEE, 2014, pp. 2112–2120.</a:t>
            </a:r>
            <a:endParaRPr sz="2300"/>
          </a:p>
        </p:txBody>
      </p:sp>
      <p:sp>
        <p:nvSpPr>
          <p:cNvPr id="172" name="Google Shape;172;p27"/>
          <p:cNvSpPr txBox="1"/>
          <p:nvPr>
            <p:ph idx="12" type="sldNum"/>
          </p:nvPr>
        </p:nvSpPr>
        <p:spPr>
          <a:xfrm>
            <a:off x="10370916" y="6311899"/>
            <a:ext cx="1523100" cy="365100"/>
          </a:xfrm>
          <a:prstGeom prst="rect">
            <a:avLst/>
          </a:prstGeom>
          <a:noFill/>
          <a:ln>
            <a:noFill/>
          </a:ln>
        </p:spPr>
        <p:txBody>
          <a:bodyPr anchorCtr="0" anchor="ctr" bIns="45700" lIns="90000" spcFirstLastPara="1" rIns="91425" wrap="square" tIns="45700">
            <a:noAutofit/>
          </a:bodyPr>
          <a:lstStyle/>
          <a:p>
            <a:pPr indent="0" lvl="0" marL="0" rtl="0" algn="r">
              <a:lnSpc>
                <a:spcPct val="100000"/>
              </a:lnSpc>
              <a:spcBef>
                <a:spcPts val="0"/>
              </a:spcBef>
              <a:spcAft>
                <a:spcPts val="0"/>
              </a:spcAft>
              <a:buClr>
                <a:srgbClr val="000000"/>
              </a:buClr>
              <a:buSzPts val="2400"/>
              <a:buFont typeface="Arial"/>
              <a:buNone/>
            </a:pPr>
            <a:fld id="{00000000-1234-1234-1234-123412341234}" type="slidenum">
              <a:rPr lang="en-IN"/>
              <a:t>‹#›</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28"/>
          <p:cNvSpPr txBox="1"/>
          <p:nvPr>
            <p:ph idx="12" type="sldNum"/>
          </p:nvPr>
        </p:nvSpPr>
        <p:spPr>
          <a:xfrm>
            <a:off x="10370916" y="6311899"/>
            <a:ext cx="1523100" cy="365100"/>
          </a:xfrm>
          <a:prstGeom prst="rect">
            <a:avLst/>
          </a:prstGeom>
          <a:noFill/>
          <a:ln>
            <a:noFill/>
          </a:ln>
        </p:spPr>
        <p:txBody>
          <a:bodyPr anchorCtr="0" anchor="ctr" bIns="45700" lIns="90000" spcFirstLastPara="1" rIns="91425" wrap="square" tIns="45700">
            <a:noAutofit/>
          </a:bodyPr>
          <a:lstStyle/>
          <a:p>
            <a:pPr indent="0" lvl="0" marL="0" rtl="0" algn="r">
              <a:lnSpc>
                <a:spcPct val="100000"/>
              </a:lnSpc>
              <a:spcBef>
                <a:spcPts val="0"/>
              </a:spcBef>
              <a:spcAft>
                <a:spcPts val="0"/>
              </a:spcAft>
              <a:buClr>
                <a:srgbClr val="000000"/>
              </a:buClr>
              <a:buSzPts val="2400"/>
              <a:buFont typeface="Arial"/>
              <a:buNone/>
            </a:pPr>
            <a:fld id="{00000000-1234-1234-1234-123412341234}" type="slidenum">
              <a:rPr lang="en-IN"/>
              <a:t>‹#›</a:t>
            </a:fld>
            <a:endParaRPr/>
          </a:p>
        </p:txBody>
      </p:sp>
      <p:sp>
        <p:nvSpPr>
          <p:cNvPr id="179" name="Google Shape;179;p28"/>
          <p:cNvSpPr txBox="1"/>
          <p:nvPr>
            <p:ph type="title"/>
          </p:nvPr>
        </p:nvSpPr>
        <p:spPr>
          <a:xfrm>
            <a:off x="270929" y="2213979"/>
            <a:ext cx="11834648" cy="2301766"/>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1800"/>
              <a:buNone/>
            </a:pPr>
            <a:r>
              <a:rPr lang="en-IN"/>
              <a:t>Thank You</a:t>
            </a:r>
            <a:br>
              <a:rPr lang="en-IN"/>
            </a:br>
            <a:br>
              <a:rPr lang="en-IN"/>
            </a:br>
            <a:r>
              <a:rPr lang="en-IN"/>
              <a:t>Any Questions?</a:t>
            </a:r>
            <a:endParaRPr/>
          </a:p>
        </p:txBody>
      </p:sp>
    </p:spTree>
  </p:cSld>
  <p:clrMapOvr>
    <a:masterClrMapping/>
  </p:clrMapOvr>
</p:sld>
</file>

<file path=ppt/theme/theme1.xml><?xml version="1.0" encoding="utf-8"?>
<a:theme xmlns:a="http://schemas.openxmlformats.org/drawingml/2006/main" xmlns:r="http://schemas.openxmlformats.org/officeDocument/2006/relationships" name="IIITDM PPT">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